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24"/>
  </p:notesMasterIdLst>
  <p:handoutMasterIdLst>
    <p:handoutMasterId r:id="rId25"/>
  </p:handoutMasterIdLst>
  <p:sldIdLst>
    <p:sldId id="417" r:id="rId5"/>
    <p:sldId id="468" r:id="rId6"/>
    <p:sldId id="410" r:id="rId7"/>
    <p:sldId id="471" r:id="rId8"/>
    <p:sldId id="473" r:id="rId9"/>
    <p:sldId id="475" r:id="rId10"/>
    <p:sldId id="482" r:id="rId11"/>
    <p:sldId id="484" r:id="rId12"/>
    <p:sldId id="476" r:id="rId13"/>
    <p:sldId id="489" r:id="rId14"/>
    <p:sldId id="488" r:id="rId15"/>
    <p:sldId id="487" r:id="rId16"/>
    <p:sldId id="485" r:id="rId17"/>
    <p:sldId id="477" r:id="rId18"/>
    <p:sldId id="478" r:id="rId19"/>
    <p:sldId id="479" r:id="rId20"/>
    <p:sldId id="486" r:id="rId21"/>
    <p:sldId id="480" r:id="rId22"/>
    <p:sldId id="470" r:id="rId23"/>
  </p:sldIdLst>
  <p:sldSz cx="11879263" cy="6335713"/>
  <p:notesSz cx="6858000" cy="9144000"/>
  <p:custDataLst>
    <p:tags r:id="rId26"/>
  </p:custDataLst>
  <p:defaultTextStyle>
    <a:defPPr>
      <a:defRPr lang="de-DE"/>
    </a:defPPr>
    <a:lvl1pPr marL="0" algn="l" defTabSz="874258" rtl="0" eaLnBrk="1" latinLnBrk="0" hangingPunct="1">
      <a:defRPr sz="1721" kern="1200">
        <a:solidFill>
          <a:schemeClr val="tx1"/>
        </a:solidFill>
        <a:latin typeface="+mn-lt"/>
        <a:ea typeface="+mn-ea"/>
        <a:cs typeface="+mn-cs"/>
      </a:defRPr>
    </a:lvl1pPr>
    <a:lvl2pPr marL="437129" algn="l" defTabSz="874258" rtl="0" eaLnBrk="1" latinLnBrk="0" hangingPunct="1">
      <a:defRPr sz="1721" kern="1200">
        <a:solidFill>
          <a:schemeClr val="tx1"/>
        </a:solidFill>
        <a:latin typeface="+mn-lt"/>
        <a:ea typeface="+mn-ea"/>
        <a:cs typeface="+mn-cs"/>
      </a:defRPr>
    </a:lvl2pPr>
    <a:lvl3pPr marL="874258" algn="l" defTabSz="874258" rtl="0" eaLnBrk="1" latinLnBrk="0" hangingPunct="1">
      <a:defRPr sz="1721" kern="1200">
        <a:solidFill>
          <a:schemeClr val="tx1"/>
        </a:solidFill>
        <a:latin typeface="+mn-lt"/>
        <a:ea typeface="+mn-ea"/>
        <a:cs typeface="+mn-cs"/>
      </a:defRPr>
    </a:lvl3pPr>
    <a:lvl4pPr marL="1311387" algn="l" defTabSz="874258" rtl="0" eaLnBrk="1" latinLnBrk="0" hangingPunct="1">
      <a:defRPr sz="1721" kern="1200">
        <a:solidFill>
          <a:schemeClr val="tx1"/>
        </a:solidFill>
        <a:latin typeface="+mn-lt"/>
        <a:ea typeface="+mn-ea"/>
        <a:cs typeface="+mn-cs"/>
      </a:defRPr>
    </a:lvl4pPr>
    <a:lvl5pPr marL="1748516" algn="l" defTabSz="874258" rtl="0" eaLnBrk="1" latinLnBrk="0" hangingPunct="1">
      <a:defRPr sz="1721" kern="1200">
        <a:solidFill>
          <a:schemeClr val="tx1"/>
        </a:solidFill>
        <a:latin typeface="+mn-lt"/>
        <a:ea typeface="+mn-ea"/>
        <a:cs typeface="+mn-cs"/>
      </a:defRPr>
    </a:lvl5pPr>
    <a:lvl6pPr marL="2185645" algn="l" defTabSz="874258" rtl="0" eaLnBrk="1" latinLnBrk="0" hangingPunct="1">
      <a:defRPr sz="1721" kern="1200">
        <a:solidFill>
          <a:schemeClr val="tx1"/>
        </a:solidFill>
        <a:latin typeface="+mn-lt"/>
        <a:ea typeface="+mn-ea"/>
        <a:cs typeface="+mn-cs"/>
      </a:defRPr>
    </a:lvl6pPr>
    <a:lvl7pPr marL="2622774" algn="l" defTabSz="874258" rtl="0" eaLnBrk="1" latinLnBrk="0" hangingPunct="1">
      <a:defRPr sz="1721" kern="1200">
        <a:solidFill>
          <a:schemeClr val="tx1"/>
        </a:solidFill>
        <a:latin typeface="+mn-lt"/>
        <a:ea typeface="+mn-ea"/>
        <a:cs typeface="+mn-cs"/>
      </a:defRPr>
    </a:lvl7pPr>
    <a:lvl8pPr marL="3059902" algn="l" defTabSz="874258" rtl="0" eaLnBrk="1" latinLnBrk="0" hangingPunct="1">
      <a:defRPr sz="1721" kern="1200">
        <a:solidFill>
          <a:schemeClr val="tx1"/>
        </a:solidFill>
        <a:latin typeface="+mn-lt"/>
        <a:ea typeface="+mn-ea"/>
        <a:cs typeface="+mn-cs"/>
      </a:defRPr>
    </a:lvl8pPr>
    <a:lvl9pPr marL="3497031" algn="l" defTabSz="874258" rtl="0" eaLnBrk="1" latinLnBrk="0" hangingPunct="1">
      <a:defRPr sz="1721" kern="1200">
        <a:solidFill>
          <a:schemeClr val="tx1"/>
        </a:solidFill>
        <a:latin typeface="+mn-lt"/>
        <a:ea typeface="+mn-ea"/>
        <a:cs typeface="+mn-cs"/>
      </a:defRPr>
    </a:lvl9pPr>
  </p:defaultTextStyle>
  <p:extLst>
    <p:ext uri="{521415D9-36F7-43E2-AB2F-B90AF26B5E84}">
      <p14:sectionLst xmlns:p14="http://schemas.microsoft.com/office/powerpoint/2010/main">
        <p14:section name="Folien" id="{1323D904-C592-48DA-8733-ECC0B0D52506}">
          <p14:sldIdLst>
            <p14:sldId id="417"/>
            <p14:sldId id="468"/>
            <p14:sldId id="410"/>
            <p14:sldId id="471"/>
            <p14:sldId id="473"/>
            <p14:sldId id="475"/>
            <p14:sldId id="482"/>
            <p14:sldId id="484"/>
            <p14:sldId id="476"/>
            <p14:sldId id="489"/>
            <p14:sldId id="488"/>
            <p14:sldId id="487"/>
            <p14:sldId id="485"/>
            <p14:sldId id="477"/>
            <p14:sldId id="478"/>
            <p14:sldId id="479"/>
            <p14:sldId id="486"/>
            <p14:sldId id="480"/>
            <p14:sldId id="470"/>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78776" autoAdjust="0"/>
  </p:normalViewPr>
  <p:slideViewPr>
    <p:cSldViewPr snapToObjects="1">
      <p:cViewPr varScale="1">
        <p:scale>
          <a:sx n="69" d="100"/>
          <a:sy n="69" d="100"/>
        </p:scale>
        <p:origin x="1301" y="86"/>
      </p:cViewPr>
      <p:guideLst/>
    </p:cSldViewPr>
  </p:slideViewPr>
  <p:outlineViewPr>
    <p:cViewPr>
      <p:scale>
        <a:sx n="33" d="100"/>
        <a:sy n="33" d="100"/>
      </p:scale>
      <p:origin x="0" y="-9542"/>
    </p:cViewPr>
  </p:outlineViewPr>
  <p:notesTextViewPr>
    <p:cViewPr>
      <p:scale>
        <a:sx n="75" d="100"/>
        <a:sy n="75" d="100"/>
      </p:scale>
      <p:origin x="0" y="0"/>
    </p:cViewPr>
  </p:notesTextViewPr>
  <p:sorterViewPr>
    <p:cViewPr>
      <p:scale>
        <a:sx n="1" d="1"/>
        <a:sy n="1" d="1"/>
      </p:scale>
      <p:origin x="0" y="-1588"/>
    </p:cViewPr>
  </p:sorterViewPr>
  <p:notesViewPr>
    <p:cSldViewPr snapToObjects="1">
      <p:cViewPr varScale="1">
        <p:scale>
          <a:sx n="97" d="100"/>
          <a:sy n="97" d="100"/>
        </p:scale>
        <p:origin x="2480" y="20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A8558D30-730E-4A53-BB1D-9C4ED56C595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265204" y="469066"/>
            <a:ext cx="1152128" cy="214482"/>
          </a:xfrm>
          <a:prstGeom prst="rect">
            <a:avLst/>
          </a:prstGeom>
        </p:spPr>
      </p:pic>
      <p:sp>
        <p:nvSpPr>
          <p:cNvPr id="8" name="Foliennummernplatzhalter 7">
            <a:extLst>
              <a:ext uri="{FF2B5EF4-FFF2-40B4-BE49-F238E27FC236}">
                <a16:creationId xmlns:a16="http://schemas.microsoft.com/office/drawing/2014/main" id="{B8393822-FD11-4B6A-99C1-B7FAFBDF6B1C}"/>
              </a:ext>
            </a:extLst>
          </p:cNvPr>
          <p:cNvSpPr>
            <a:spLocks noGrp="1"/>
          </p:cNvSpPr>
          <p:nvPr>
            <p:ph type="sldNum" sz="quarter" idx="3"/>
          </p:nvPr>
        </p:nvSpPr>
        <p:spPr>
          <a:xfrm rot="16200000">
            <a:off x="6417607" y="7739907"/>
            <a:ext cx="360040" cy="144305"/>
          </a:xfrm>
          <a:prstGeom prst="rect">
            <a:avLst/>
          </a:prstGeom>
        </p:spPr>
        <p:txBody>
          <a:bodyPr vert="horz" lIns="0" tIns="0" rIns="0" bIns="0" rtlCol="0" anchor="t" anchorCtr="0"/>
          <a:lstStyle>
            <a:lvl1pPr algn="l">
              <a:defRPr sz="900" b="1">
                <a:solidFill>
                  <a:schemeClr val="tx1"/>
                </a:solidFill>
              </a:defRPr>
            </a:lvl1pPr>
          </a:lstStyle>
          <a:p>
            <a:fld id="{F86FCC4D-0438-154F-9910-1CF4711F776F}" type="slidenum">
              <a:rPr lang="de-DE" smtClean="0"/>
              <a:pPr/>
              <a:t>‹Nr.›</a:t>
            </a:fld>
            <a:endParaRPr lang="de-DE" dirty="0"/>
          </a:p>
        </p:txBody>
      </p:sp>
      <p:sp>
        <p:nvSpPr>
          <p:cNvPr id="9" name="Fußzeilenplatzhalter 166">
            <a:extLst>
              <a:ext uri="{FF2B5EF4-FFF2-40B4-BE49-F238E27FC236}">
                <a16:creationId xmlns:a16="http://schemas.microsoft.com/office/drawing/2014/main" id="{84CEAC3E-D082-4EFA-AA59-F7885B226B42}"/>
              </a:ext>
            </a:extLst>
          </p:cNvPr>
          <p:cNvSpPr>
            <a:spLocks noGrp="1"/>
          </p:cNvSpPr>
          <p:nvPr>
            <p:ph type="ftr" sz="quarter" idx="2"/>
          </p:nvPr>
        </p:nvSpPr>
        <p:spPr>
          <a:xfrm rot="16200000">
            <a:off x="4617344" y="4643936"/>
            <a:ext cx="3960000" cy="144000"/>
          </a:xfrm>
          <a:prstGeom prst="rect">
            <a:avLst/>
          </a:prstGeom>
        </p:spPr>
        <p:txBody>
          <a:bodyPr vert="horz" lIns="0" tIns="0" rIns="0" bIns="0" rtlCol="0" anchor="t" anchorCtr="0"/>
          <a:lstStyle>
            <a:lvl1pPr algn="l">
              <a:defRPr sz="900" cap="all" baseline="0">
                <a:solidFill>
                  <a:schemeClr val="tx1"/>
                </a:solidFill>
              </a:defRPr>
            </a:lvl1pPr>
          </a:lstStyle>
          <a:p>
            <a:r>
              <a:rPr lang="de-DE" cap="none" dirty="0"/>
              <a:t>Fusszeile</a:t>
            </a:r>
          </a:p>
        </p:txBody>
      </p:sp>
      <p:sp>
        <p:nvSpPr>
          <p:cNvPr id="10" name="Datumsplatzhalter 167">
            <a:extLst>
              <a:ext uri="{FF2B5EF4-FFF2-40B4-BE49-F238E27FC236}">
                <a16:creationId xmlns:a16="http://schemas.microsoft.com/office/drawing/2014/main" id="{9EBB7629-7223-4B31-9381-382978C8129A}"/>
              </a:ext>
            </a:extLst>
          </p:cNvPr>
          <p:cNvSpPr>
            <a:spLocks noGrp="1"/>
          </p:cNvSpPr>
          <p:nvPr>
            <p:ph type="dt" sz="half" idx="1"/>
          </p:nvPr>
        </p:nvSpPr>
        <p:spPr>
          <a:xfrm rot="16200000">
            <a:off x="6237587" y="7163996"/>
            <a:ext cx="720080" cy="144000"/>
          </a:xfrm>
          <a:prstGeom prst="rect">
            <a:avLst/>
          </a:prstGeom>
        </p:spPr>
        <p:txBody>
          <a:bodyPr vert="horz" wrap="none" lIns="0" tIns="0" rIns="0" bIns="0" rtlCol="0" anchor="t" anchorCtr="0"/>
          <a:lstStyle>
            <a:lvl1pPr algn="l">
              <a:defRPr sz="900">
                <a:solidFill>
                  <a:schemeClr val="tx1"/>
                </a:solidFill>
              </a:defRPr>
            </a:lvl1pPr>
          </a:lstStyle>
          <a:p>
            <a:fld id="{D608700A-2A06-4DE6-993D-330A4DDF3764}" type="datetime1">
              <a:rPr lang="de-DE" smtClean="0"/>
              <a:t>21.11.2022</a:t>
            </a:fld>
            <a:endParaRPr lang="de-DE" dirty="0"/>
          </a:p>
        </p:txBody>
      </p:sp>
    </p:spTree>
    <p:extLst>
      <p:ext uri="{BB962C8B-B14F-4D97-AF65-F5344CB8AC3E}">
        <p14:creationId xmlns:p14="http://schemas.microsoft.com/office/powerpoint/2010/main" val="40801218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lienbildplatzhalter 3"/>
          <p:cNvSpPr>
            <a:spLocks noGrp="1" noRot="1" noChangeAspect="1"/>
          </p:cNvSpPr>
          <p:nvPr>
            <p:ph type="sldImg" idx="2"/>
          </p:nvPr>
        </p:nvSpPr>
        <p:spPr>
          <a:xfrm>
            <a:off x="2458395" y="1143000"/>
            <a:ext cx="3863030" cy="2060848"/>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440668" y="3419872"/>
            <a:ext cx="5880757" cy="4572208"/>
          </a:xfrm>
          <a:prstGeom prst="rect">
            <a:avLst/>
          </a:prstGeom>
        </p:spPr>
        <p:txBody>
          <a:bodyPr vert="horz" lIns="0" tIns="0" rIns="0" bIns="0" rtlCol="0"/>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pic>
        <p:nvPicPr>
          <p:cNvPr id="8" name="Grafik 7">
            <a:extLst>
              <a:ext uri="{FF2B5EF4-FFF2-40B4-BE49-F238E27FC236}">
                <a16:creationId xmlns:a16="http://schemas.microsoft.com/office/drawing/2014/main" id="{344F94F6-890F-46F1-AAFE-2842A5D8F5F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65204" y="469066"/>
            <a:ext cx="1152128" cy="214482"/>
          </a:xfrm>
          <a:prstGeom prst="rect">
            <a:avLst/>
          </a:prstGeom>
        </p:spPr>
      </p:pic>
      <p:sp>
        <p:nvSpPr>
          <p:cNvPr id="9" name="Foliennummernplatzhalter 7">
            <a:extLst>
              <a:ext uri="{FF2B5EF4-FFF2-40B4-BE49-F238E27FC236}">
                <a16:creationId xmlns:a16="http://schemas.microsoft.com/office/drawing/2014/main" id="{5846C62A-E420-441D-8C01-5891ACE86F3C}"/>
              </a:ext>
            </a:extLst>
          </p:cNvPr>
          <p:cNvSpPr>
            <a:spLocks noGrp="1"/>
          </p:cNvSpPr>
          <p:nvPr>
            <p:ph type="sldNum" sz="quarter" idx="5"/>
          </p:nvPr>
        </p:nvSpPr>
        <p:spPr>
          <a:xfrm rot="16200000">
            <a:off x="6417607" y="7739907"/>
            <a:ext cx="360040" cy="144305"/>
          </a:xfrm>
          <a:prstGeom prst="rect">
            <a:avLst/>
          </a:prstGeom>
        </p:spPr>
        <p:txBody>
          <a:bodyPr vert="horz" lIns="0" tIns="0" rIns="0" bIns="0" rtlCol="0" anchor="t" anchorCtr="0"/>
          <a:lstStyle>
            <a:lvl1pPr algn="l">
              <a:defRPr sz="900" b="1">
                <a:solidFill>
                  <a:schemeClr val="tx1"/>
                </a:solidFill>
              </a:defRPr>
            </a:lvl1pPr>
          </a:lstStyle>
          <a:p>
            <a:fld id="{F86FCC4D-0438-154F-9910-1CF4711F776F}" type="slidenum">
              <a:rPr lang="de-DE" smtClean="0"/>
              <a:pPr/>
              <a:t>‹Nr.›</a:t>
            </a:fld>
            <a:endParaRPr lang="de-DE" dirty="0"/>
          </a:p>
        </p:txBody>
      </p:sp>
      <p:sp>
        <p:nvSpPr>
          <p:cNvPr id="10" name="Fußzeilenplatzhalter 166">
            <a:extLst>
              <a:ext uri="{FF2B5EF4-FFF2-40B4-BE49-F238E27FC236}">
                <a16:creationId xmlns:a16="http://schemas.microsoft.com/office/drawing/2014/main" id="{7158C242-EB94-4C8A-91A1-080F2C9ABFFC}"/>
              </a:ext>
            </a:extLst>
          </p:cNvPr>
          <p:cNvSpPr>
            <a:spLocks noGrp="1"/>
          </p:cNvSpPr>
          <p:nvPr>
            <p:ph type="ftr" sz="quarter" idx="4"/>
          </p:nvPr>
        </p:nvSpPr>
        <p:spPr>
          <a:xfrm rot="16200000">
            <a:off x="4617344" y="4643936"/>
            <a:ext cx="3960000" cy="144000"/>
          </a:xfrm>
          <a:prstGeom prst="rect">
            <a:avLst/>
          </a:prstGeom>
        </p:spPr>
        <p:txBody>
          <a:bodyPr vert="horz" lIns="0" tIns="0" rIns="0" bIns="0" rtlCol="0" anchor="t" anchorCtr="0"/>
          <a:lstStyle>
            <a:lvl1pPr algn="l">
              <a:defRPr sz="900" cap="none" baseline="0">
                <a:solidFill>
                  <a:schemeClr val="tx1"/>
                </a:solidFill>
              </a:defRPr>
            </a:lvl1pPr>
          </a:lstStyle>
          <a:p>
            <a:r>
              <a:rPr lang="de-DE" dirty="0"/>
              <a:t>Fusszeile</a:t>
            </a:r>
          </a:p>
        </p:txBody>
      </p:sp>
      <p:sp>
        <p:nvSpPr>
          <p:cNvPr id="11" name="Datumsplatzhalter 167">
            <a:extLst>
              <a:ext uri="{FF2B5EF4-FFF2-40B4-BE49-F238E27FC236}">
                <a16:creationId xmlns:a16="http://schemas.microsoft.com/office/drawing/2014/main" id="{6655FDDE-38D1-4F2D-AB6A-785FDA57241E}"/>
              </a:ext>
            </a:extLst>
          </p:cNvPr>
          <p:cNvSpPr>
            <a:spLocks noGrp="1"/>
          </p:cNvSpPr>
          <p:nvPr>
            <p:ph type="dt" sz="half" idx="1"/>
          </p:nvPr>
        </p:nvSpPr>
        <p:spPr>
          <a:xfrm rot="16200000">
            <a:off x="6237587" y="7163996"/>
            <a:ext cx="720080" cy="144000"/>
          </a:xfrm>
          <a:prstGeom prst="rect">
            <a:avLst/>
          </a:prstGeom>
        </p:spPr>
        <p:txBody>
          <a:bodyPr vert="horz" wrap="none" lIns="0" tIns="0" rIns="0" bIns="0" rtlCol="0" anchor="t" anchorCtr="0"/>
          <a:lstStyle>
            <a:lvl1pPr algn="l">
              <a:defRPr sz="900">
                <a:solidFill>
                  <a:schemeClr val="tx1"/>
                </a:solidFill>
              </a:defRPr>
            </a:lvl1pPr>
          </a:lstStyle>
          <a:p>
            <a:fld id="{D608700A-2A06-4DE6-993D-330A4DDF3764}" type="datetime1">
              <a:rPr lang="de-DE" smtClean="0"/>
              <a:t>21.11.2022</a:t>
            </a:fld>
            <a:endParaRPr lang="de-DE" dirty="0"/>
          </a:p>
        </p:txBody>
      </p:sp>
    </p:spTree>
    <p:extLst>
      <p:ext uri="{BB962C8B-B14F-4D97-AF65-F5344CB8AC3E}">
        <p14:creationId xmlns:p14="http://schemas.microsoft.com/office/powerpoint/2010/main" val="991754201"/>
      </p:ext>
    </p:extLst>
  </p:cSld>
  <p:clrMap bg1="lt1" tx1="dk1" bg2="lt2" tx2="dk2" accent1="accent1" accent2="accent2" accent3="accent3" accent4="accent4" accent5="accent5" accent6="accent6" hlink="hlink" folHlink="folHlink"/>
  <p:hf hdr="0" ftr="0" dt="0"/>
  <p:notesStyle>
    <a:lvl1pPr marL="0" algn="l" defTabSz="874258" rtl="0" eaLnBrk="1" latinLnBrk="0" hangingPunct="1">
      <a:lnSpc>
        <a:spcPct val="100000"/>
      </a:lnSpc>
      <a:spcBef>
        <a:spcPts val="600"/>
      </a:spcBef>
      <a:defRPr sz="1600" b="0" kern="1200">
        <a:solidFill>
          <a:schemeClr val="tx1"/>
        </a:solidFill>
        <a:latin typeface="+mn-lt"/>
        <a:ea typeface="+mn-ea"/>
        <a:cs typeface="+mn-cs"/>
      </a:defRPr>
    </a:lvl1pPr>
    <a:lvl2pPr marL="0" algn="l" defTabSz="874258" rtl="0" eaLnBrk="1" latinLnBrk="0" hangingPunct="1">
      <a:lnSpc>
        <a:spcPct val="100000"/>
      </a:lnSpc>
      <a:spcBef>
        <a:spcPts val="600"/>
      </a:spcBef>
      <a:defRPr sz="1600" b="1" kern="1200">
        <a:solidFill>
          <a:schemeClr val="tx1"/>
        </a:solidFill>
        <a:latin typeface="+mn-lt"/>
        <a:ea typeface="+mn-ea"/>
        <a:cs typeface="+mn-cs"/>
      </a:defRPr>
    </a:lvl2pPr>
    <a:lvl3pPr marL="216000" indent="-216000" algn="l" defTabSz="874258" rtl="0" eaLnBrk="1" latinLnBrk="0" hangingPunct="1">
      <a:lnSpc>
        <a:spcPct val="100000"/>
      </a:lnSpc>
      <a:spcBef>
        <a:spcPts val="600"/>
      </a:spcBef>
      <a:buFont typeface="Wingdings" panose="05000000000000000000" pitchFamily="2" charset="2"/>
      <a:buChar char="§"/>
      <a:defRPr sz="1600" kern="1200">
        <a:solidFill>
          <a:schemeClr val="tx1"/>
        </a:solidFill>
        <a:latin typeface="+mn-lt"/>
        <a:ea typeface="+mn-ea"/>
        <a:cs typeface="+mn-cs"/>
      </a:defRPr>
    </a:lvl3pPr>
    <a:lvl4pPr marL="432000" indent="-216000" algn="l" defTabSz="874258" rtl="0" eaLnBrk="1" latinLnBrk="0" hangingPunct="1">
      <a:lnSpc>
        <a:spcPct val="100000"/>
      </a:lnSpc>
      <a:spcBef>
        <a:spcPts val="600"/>
      </a:spcBef>
      <a:buClrTx/>
      <a:buFont typeface="Arial" panose="020B0604020202020204" pitchFamily="34" charset="0"/>
      <a:buChar char="–"/>
      <a:defRPr sz="1600" kern="1200">
        <a:solidFill>
          <a:schemeClr val="tx1"/>
        </a:solidFill>
        <a:latin typeface="+mn-lt"/>
        <a:ea typeface="+mn-ea"/>
        <a:cs typeface="+mn-cs"/>
      </a:defRPr>
    </a:lvl4pPr>
    <a:lvl5pPr marL="648000" indent="-216000" algn="l" defTabSz="874258" rtl="0" eaLnBrk="1" latinLnBrk="0" hangingPunct="1">
      <a:lnSpc>
        <a:spcPct val="100000"/>
      </a:lnSpc>
      <a:spcBef>
        <a:spcPts val="600"/>
      </a:spcBef>
      <a:buClrTx/>
      <a:buFont typeface="Arial" panose="020B0604020202020204" pitchFamily="34" charset="0"/>
      <a:buChar char="–"/>
      <a:defRPr sz="1600" kern="1200">
        <a:solidFill>
          <a:schemeClr val="tx1"/>
        </a:solidFill>
        <a:latin typeface="+mn-lt"/>
        <a:ea typeface="+mn-ea"/>
        <a:cs typeface="+mn-cs"/>
      </a:defRPr>
    </a:lvl5pPr>
    <a:lvl6pPr marL="648000" indent="-216000" algn="l" defTabSz="874258" rtl="0" eaLnBrk="1" latinLnBrk="0" hangingPunct="1">
      <a:lnSpc>
        <a:spcPct val="100000"/>
      </a:lnSpc>
      <a:spcBef>
        <a:spcPts val="600"/>
      </a:spcBef>
      <a:buClrTx/>
      <a:buFont typeface="Arial" panose="020B0604020202020204" pitchFamily="34" charset="0"/>
      <a:buChar char="–"/>
      <a:defRPr sz="1600" kern="1200">
        <a:solidFill>
          <a:schemeClr val="tx1"/>
        </a:solidFill>
        <a:latin typeface="+mn-lt"/>
        <a:ea typeface="+mn-ea"/>
        <a:cs typeface="+mn-cs"/>
      </a:defRPr>
    </a:lvl6pPr>
    <a:lvl7pPr marL="648000" indent="-216000" algn="l" defTabSz="874258" rtl="0" eaLnBrk="1" latinLnBrk="0" hangingPunct="1">
      <a:lnSpc>
        <a:spcPct val="100000"/>
      </a:lnSpc>
      <a:spcBef>
        <a:spcPts val="600"/>
      </a:spcBef>
      <a:buClrTx/>
      <a:buFont typeface="Arial" panose="020B0604020202020204" pitchFamily="34" charset="0"/>
      <a:buChar char="–"/>
      <a:defRPr sz="1600" kern="1200">
        <a:solidFill>
          <a:schemeClr val="tx1"/>
        </a:solidFill>
        <a:latin typeface="+mn-lt"/>
        <a:ea typeface="+mn-ea"/>
        <a:cs typeface="+mn-cs"/>
      </a:defRPr>
    </a:lvl7pPr>
    <a:lvl8pPr marL="648000" indent="-216000" algn="l" defTabSz="874258" rtl="0" eaLnBrk="1" latinLnBrk="0" hangingPunct="1">
      <a:lnSpc>
        <a:spcPct val="100000"/>
      </a:lnSpc>
      <a:spcBef>
        <a:spcPts val="600"/>
      </a:spcBef>
      <a:buClrTx/>
      <a:buFont typeface="Arial" panose="020B0604020202020204" pitchFamily="34" charset="0"/>
      <a:buChar char="–"/>
      <a:defRPr sz="1600" kern="1200">
        <a:solidFill>
          <a:schemeClr val="tx1"/>
        </a:solidFill>
        <a:latin typeface="+mn-lt"/>
        <a:ea typeface="+mn-ea"/>
        <a:cs typeface="+mn-cs"/>
      </a:defRPr>
    </a:lvl8pPr>
    <a:lvl9pPr marL="648000" indent="-216000" algn="l" defTabSz="874258" rtl="0" eaLnBrk="1" latinLnBrk="0" hangingPunct="1">
      <a:lnSpc>
        <a:spcPct val="100000"/>
      </a:lnSpc>
      <a:spcBef>
        <a:spcPts val="600"/>
      </a:spcBef>
      <a:buClrTx/>
      <a:buFont typeface="Arial" panose="020B0604020202020204" pitchFamily="34" charset="0"/>
      <a:buChar char="–"/>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a:xfrm>
            <a:off x="3884613" y="8685213"/>
            <a:ext cx="2971800" cy="458787"/>
          </a:xfrm>
          <a:prstGeom prst="rect">
            <a:avLst/>
          </a:prstGeom>
        </p:spPr>
        <p:txBody>
          <a:bodyPr/>
          <a:lstStyle/>
          <a:p>
            <a:fld id="{0319DA43-7D84-FC4B-A10B-2DC5B963A8E3}" type="slidenum">
              <a:rPr lang="de-DE" smtClean="0"/>
              <a:t>3</a:t>
            </a:fld>
            <a:endParaRPr lang="de-DE" dirty="0"/>
          </a:p>
        </p:txBody>
      </p:sp>
    </p:spTree>
    <p:extLst>
      <p:ext uri="{BB962C8B-B14F-4D97-AF65-F5344CB8AC3E}">
        <p14:creationId xmlns:p14="http://schemas.microsoft.com/office/powerpoint/2010/main" val="37177596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r>
              <a:rPr lang="de-DE" dirty="0"/>
              <a:t>Allgemein ist mir das noch zu viel Text auf den Folien, aber ich fände es auch cool, wenn wir die Folien und den Container nach dem Termin intern veröffentlichen und die Leute selbstständig die Aufgaben nachspielen können und alle notwendigen Infos in den Folien finden</a:t>
            </a:r>
          </a:p>
        </p:txBody>
      </p:sp>
      <p:sp>
        <p:nvSpPr>
          <p:cNvPr id="4" name="Foliennummernplatzhalter 3"/>
          <p:cNvSpPr>
            <a:spLocks noGrp="1"/>
          </p:cNvSpPr>
          <p:nvPr>
            <p:ph type="sldNum" sz="quarter" idx="5"/>
          </p:nvPr>
        </p:nvSpPr>
        <p:spPr/>
        <p:txBody>
          <a:bodyPr/>
          <a:lstStyle/>
          <a:p>
            <a:fld id="{F86FCC4D-0438-154F-9910-1CF4711F776F}" type="slidenum">
              <a:rPr lang="de-DE" smtClean="0"/>
              <a:pPr/>
              <a:t>4</a:t>
            </a:fld>
            <a:endParaRPr lang="de-DE" dirty="0"/>
          </a:p>
        </p:txBody>
      </p:sp>
    </p:spTree>
    <p:extLst>
      <p:ext uri="{BB962C8B-B14F-4D97-AF65-F5344CB8AC3E}">
        <p14:creationId xmlns:p14="http://schemas.microsoft.com/office/powerpoint/2010/main" val="13043265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r>
              <a:rPr lang="de-DE" dirty="0"/>
              <a:t>Hier 5 Minuten ausprobieren: jeder startet den </a:t>
            </a:r>
            <a:r>
              <a:rPr lang="de-DE" dirty="0" err="1"/>
              <a:t>Dockercontainer</a:t>
            </a:r>
            <a:r>
              <a:rPr lang="de-DE" dirty="0"/>
              <a:t> lokal und kann ein paar der Befehle ausprobieren und sich mit dem Setup vertraut zu machen</a:t>
            </a:r>
          </a:p>
        </p:txBody>
      </p:sp>
      <p:sp>
        <p:nvSpPr>
          <p:cNvPr id="4" name="Foliennummernplatzhalter 3"/>
          <p:cNvSpPr>
            <a:spLocks noGrp="1"/>
          </p:cNvSpPr>
          <p:nvPr>
            <p:ph type="sldNum" sz="quarter" idx="5"/>
          </p:nvPr>
        </p:nvSpPr>
        <p:spPr/>
        <p:txBody>
          <a:bodyPr/>
          <a:lstStyle/>
          <a:p>
            <a:fld id="{F86FCC4D-0438-154F-9910-1CF4711F776F}" type="slidenum">
              <a:rPr lang="de-DE" smtClean="0"/>
              <a:pPr/>
              <a:t>5</a:t>
            </a:fld>
            <a:endParaRPr lang="de-DE" dirty="0"/>
          </a:p>
        </p:txBody>
      </p:sp>
    </p:spTree>
    <p:extLst>
      <p:ext uri="{BB962C8B-B14F-4D97-AF65-F5344CB8AC3E}">
        <p14:creationId xmlns:p14="http://schemas.microsoft.com/office/powerpoint/2010/main" val="29564126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r>
              <a:rPr lang="de-DE" dirty="0" err="1"/>
              <a:t>Evtl</a:t>
            </a:r>
            <a:r>
              <a:rPr lang="de-DE" dirty="0"/>
              <a:t>: Miniübung: </a:t>
            </a:r>
            <a:r>
              <a:rPr lang="de-DE" dirty="0" err="1"/>
              <a:t>file</a:t>
            </a:r>
            <a:r>
              <a:rPr lang="de-DE" dirty="0"/>
              <a:t> mit </a:t>
            </a:r>
            <a:r>
              <a:rPr lang="de-DE" dirty="0" err="1"/>
              <a:t>Flag</a:t>
            </a:r>
            <a:r>
              <a:rPr lang="de-DE" dirty="0"/>
              <a:t> irgendwo im System verstecken, aber noch keine Rechte einschränken ?</a:t>
            </a:r>
          </a:p>
          <a:p>
            <a:r>
              <a:rPr lang="de-DE" dirty="0"/>
              <a:t>Findet jeder die Datei mit dem </a:t>
            </a:r>
            <a:r>
              <a:rPr lang="de-DE" dirty="0" err="1"/>
              <a:t>findbefehl</a:t>
            </a:r>
            <a:r>
              <a:rPr lang="de-DE" dirty="0"/>
              <a:t>?</a:t>
            </a:r>
          </a:p>
        </p:txBody>
      </p:sp>
      <p:sp>
        <p:nvSpPr>
          <p:cNvPr id="4" name="Foliennummernplatzhalter 3"/>
          <p:cNvSpPr>
            <a:spLocks noGrp="1"/>
          </p:cNvSpPr>
          <p:nvPr>
            <p:ph type="sldNum" sz="quarter" idx="5"/>
          </p:nvPr>
        </p:nvSpPr>
        <p:spPr>
          <a:xfrm>
            <a:off x="3884613" y="8685213"/>
            <a:ext cx="2971800" cy="458787"/>
          </a:xfrm>
          <a:prstGeom prst="rect">
            <a:avLst/>
          </a:prstGeom>
        </p:spPr>
        <p:txBody>
          <a:bodyPr/>
          <a:lstStyle/>
          <a:p>
            <a:fld id="{0319DA43-7D84-FC4B-A10B-2DC5B963A8E3}" type="slidenum">
              <a:rPr lang="de-DE" smtClean="0"/>
              <a:t>6</a:t>
            </a:fld>
            <a:endParaRPr lang="de-DE" dirty="0"/>
          </a:p>
        </p:txBody>
      </p:sp>
    </p:spTree>
    <p:extLst>
      <p:ext uri="{BB962C8B-B14F-4D97-AF65-F5344CB8AC3E}">
        <p14:creationId xmlns:p14="http://schemas.microsoft.com/office/powerpoint/2010/main" val="1319530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a:xfrm>
            <a:off x="3884613" y="8685213"/>
            <a:ext cx="2971800" cy="458787"/>
          </a:xfrm>
          <a:prstGeom prst="rect">
            <a:avLst/>
          </a:prstGeom>
        </p:spPr>
        <p:txBody>
          <a:bodyPr/>
          <a:lstStyle/>
          <a:p>
            <a:fld id="{0319DA43-7D84-FC4B-A10B-2DC5B963A8E3}" type="slidenum">
              <a:rPr lang="de-DE" smtClean="0"/>
              <a:t>7</a:t>
            </a:fld>
            <a:endParaRPr lang="de-DE" dirty="0"/>
          </a:p>
        </p:txBody>
      </p:sp>
    </p:spTree>
    <p:extLst>
      <p:ext uri="{BB962C8B-B14F-4D97-AF65-F5344CB8AC3E}">
        <p14:creationId xmlns:p14="http://schemas.microsoft.com/office/powerpoint/2010/main" val="25733833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86FCC4D-0438-154F-9910-1CF4711F776F}" type="slidenum">
              <a:rPr lang="de-DE" smtClean="0"/>
              <a:pPr/>
              <a:t>9</a:t>
            </a:fld>
            <a:endParaRPr lang="de-DE" dirty="0"/>
          </a:p>
        </p:txBody>
      </p:sp>
    </p:spTree>
    <p:extLst>
      <p:ext uri="{BB962C8B-B14F-4D97-AF65-F5344CB8AC3E}">
        <p14:creationId xmlns:p14="http://schemas.microsoft.com/office/powerpoint/2010/main" val="9189590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86FCC4D-0438-154F-9910-1CF4711F776F}" type="slidenum">
              <a:rPr lang="de-DE" smtClean="0"/>
              <a:pPr/>
              <a:t>10</a:t>
            </a:fld>
            <a:endParaRPr lang="de-DE" dirty="0"/>
          </a:p>
        </p:txBody>
      </p:sp>
    </p:spTree>
    <p:extLst>
      <p:ext uri="{BB962C8B-B14F-4D97-AF65-F5344CB8AC3E}">
        <p14:creationId xmlns:p14="http://schemas.microsoft.com/office/powerpoint/2010/main" val="2866709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86FCC4D-0438-154F-9910-1CF4711F776F}" type="slidenum">
              <a:rPr lang="de-DE" smtClean="0"/>
              <a:pPr/>
              <a:t>11</a:t>
            </a:fld>
            <a:endParaRPr lang="de-DE" dirty="0"/>
          </a:p>
        </p:txBody>
      </p:sp>
    </p:spTree>
    <p:extLst>
      <p:ext uri="{BB962C8B-B14F-4D97-AF65-F5344CB8AC3E}">
        <p14:creationId xmlns:p14="http://schemas.microsoft.com/office/powerpoint/2010/main" val="40514121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r>
              <a:rPr lang="de-DE" dirty="0"/>
              <a:t>Aufgabe: mit </a:t>
            </a:r>
            <a:r>
              <a:rPr lang="de-DE" dirty="0" err="1"/>
              <a:t>sudo</a:t>
            </a:r>
            <a:r>
              <a:rPr lang="de-DE" dirty="0"/>
              <a:t> –l Programme mit </a:t>
            </a:r>
            <a:r>
              <a:rPr lang="de-DE" dirty="0" err="1"/>
              <a:t>Sudorechten</a:t>
            </a:r>
            <a:r>
              <a:rPr lang="de-DE" dirty="0"/>
              <a:t> auflisten lassen und auf gtfobins.github.io nach diesen Programmen suchen wie wir mit </a:t>
            </a:r>
            <a:r>
              <a:rPr lang="de-DE" dirty="0" err="1"/>
              <a:t>sudo</a:t>
            </a:r>
            <a:r>
              <a:rPr lang="de-DE" dirty="0"/>
              <a:t> eine </a:t>
            </a:r>
            <a:r>
              <a:rPr lang="de-DE" dirty="0" err="1"/>
              <a:t>rootshell</a:t>
            </a:r>
            <a:r>
              <a:rPr lang="de-DE" dirty="0"/>
              <a:t> bekommen</a:t>
            </a:r>
          </a:p>
        </p:txBody>
      </p:sp>
      <p:sp>
        <p:nvSpPr>
          <p:cNvPr id="4" name="Foliennummernplatzhalter 3"/>
          <p:cNvSpPr>
            <a:spLocks noGrp="1"/>
          </p:cNvSpPr>
          <p:nvPr>
            <p:ph type="sldNum" sz="quarter" idx="5"/>
          </p:nvPr>
        </p:nvSpPr>
        <p:spPr/>
        <p:txBody>
          <a:bodyPr/>
          <a:lstStyle/>
          <a:p>
            <a:fld id="{F86FCC4D-0438-154F-9910-1CF4711F776F}" type="slidenum">
              <a:rPr lang="de-DE" smtClean="0"/>
              <a:pPr/>
              <a:t>12</a:t>
            </a:fld>
            <a:endParaRPr lang="de-DE" dirty="0"/>
          </a:p>
        </p:txBody>
      </p:sp>
    </p:spTree>
    <p:extLst>
      <p:ext uri="{BB962C8B-B14F-4D97-AF65-F5344CB8AC3E}">
        <p14:creationId xmlns:p14="http://schemas.microsoft.com/office/powerpoint/2010/main" val="3566509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r>
              <a:rPr lang="de-DE" dirty="0"/>
              <a:t>Brauchen wir zu den Aufgaben jeweils eine Lösungsfolie, oder machen wir das auf der Tonspur?</a:t>
            </a:r>
          </a:p>
          <a:p>
            <a:endParaRPr lang="de-DE" dirty="0"/>
          </a:p>
          <a:p>
            <a:r>
              <a:rPr lang="de-DE" dirty="0"/>
              <a:t>Wenn wir die Lösungen auf der Tonspur machen würde ich trotzdem die Musterlösung für uns irgendwo dokumentieren. </a:t>
            </a:r>
            <a:r>
              <a:rPr lang="de-DE" dirty="0" err="1"/>
              <a:t>Vlt</a:t>
            </a:r>
            <a:r>
              <a:rPr lang="de-DE" dirty="0"/>
              <a:t> können wir dazu das </a:t>
            </a:r>
            <a:r>
              <a:rPr lang="de-DE" dirty="0" err="1"/>
              <a:t>Markdownfile</a:t>
            </a:r>
            <a:r>
              <a:rPr lang="de-DE" dirty="0"/>
              <a:t> weiternutzen</a:t>
            </a:r>
          </a:p>
        </p:txBody>
      </p:sp>
      <p:sp>
        <p:nvSpPr>
          <p:cNvPr id="4" name="Foliennummernplatzhalter 3"/>
          <p:cNvSpPr>
            <a:spLocks noGrp="1"/>
          </p:cNvSpPr>
          <p:nvPr>
            <p:ph type="sldNum" sz="quarter" idx="5"/>
          </p:nvPr>
        </p:nvSpPr>
        <p:spPr/>
        <p:txBody>
          <a:bodyPr/>
          <a:lstStyle/>
          <a:p>
            <a:fld id="{F86FCC4D-0438-154F-9910-1CF4711F776F}" type="slidenum">
              <a:rPr lang="de-DE" smtClean="0"/>
              <a:pPr/>
              <a:t>13</a:t>
            </a:fld>
            <a:endParaRPr lang="de-DE" dirty="0"/>
          </a:p>
        </p:txBody>
      </p:sp>
    </p:spTree>
    <p:extLst>
      <p:ext uri="{BB962C8B-B14F-4D97-AF65-F5344CB8AC3E}">
        <p14:creationId xmlns:p14="http://schemas.microsoft.com/office/powerpoint/2010/main" val="36509403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459038" y="1143000"/>
            <a:ext cx="3862387" cy="2060575"/>
          </a:xfrm>
        </p:spPr>
      </p:sp>
      <p:sp>
        <p:nvSpPr>
          <p:cNvPr id="3" name="Notizenplatzhalter 2"/>
          <p:cNvSpPr>
            <a:spLocks noGrp="1"/>
          </p:cNvSpPr>
          <p:nvPr>
            <p:ph type="body" idx="1"/>
          </p:nvPr>
        </p:nvSpPr>
        <p:spPr/>
        <p:txBody>
          <a:bodyPr/>
          <a:lstStyle/>
          <a:p>
            <a:r>
              <a:rPr lang="de-DE" b="0" dirty="0">
                <a:solidFill>
                  <a:srgbClr val="D4D4D4"/>
                </a:solidFill>
                <a:effectLst/>
                <a:latin typeface="Consolas" panose="020B0609020204030204" pitchFamily="49" charset="0"/>
              </a:rPr>
              <a:t>Die Berechtigungen stehen nach dem ersten Buchstaben als 3er-Blöcke für jeweils lesen, schreiben, ausführen.</a:t>
            </a:r>
          </a:p>
          <a:p>
            <a:r>
              <a:rPr lang="de-DE" b="0" dirty="0">
                <a:solidFill>
                  <a:srgbClr val="D4D4D4"/>
                </a:solidFill>
                <a:effectLst/>
                <a:latin typeface="Consolas" panose="020B0609020204030204" pitchFamily="49" charset="0"/>
              </a:rPr>
              <a:t>Davon gibt es jeweils drei Blöcke: Besitzer, Gruppe, Jeder.</a:t>
            </a:r>
          </a:p>
          <a:p>
            <a:r>
              <a:rPr lang="de-DE" b="0" dirty="0">
                <a:solidFill>
                  <a:srgbClr val="CE9178"/>
                </a:solidFill>
                <a:effectLst/>
                <a:latin typeface="Consolas" panose="020B0609020204030204" pitchFamily="49" charset="0"/>
              </a:rPr>
              <a:t>`r`</a:t>
            </a:r>
            <a:r>
              <a:rPr lang="de-DE" b="0" dirty="0">
                <a:solidFill>
                  <a:srgbClr val="D4D4D4"/>
                </a:solidFill>
                <a:effectLst/>
                <a:latin typeface="Consolas" panose="020B0609020204030204" pitchFamily="49" charset="0"/>
              </a:rPr>
              <a:t> steht für lesen, </a:t>
            </a:r>
            <a:r>
              <a:rPr lang="de-DE" b="0" dirty="0">
                <a:solidFill>
                  <a:srgbClr val="CE9178"/>
                </a:solidFill>
                <a:effectLst/>
                <a:latin typeface="Consolas" panose="020B0609020204030204" pitchFamily="49" charset="0"/>
              </a:rPr>
              <a:t>`w`</a:t>
            </a:r>
            <a:r>
              <a:rPr lang="de-DE" b="0" dirty="0">
                <a:solidFill>
                  <a:srgbClr val="D4D4D4"/>
                </a:solidFill>
                <a:effectLst/>
                <a:latin typeface="Consolas" panose="020B0609020204030204" pitchFamily="49" charset="0"/>
              </a:rPr>
              <a:t> für schreiben und </a:t>
            </a:r>
            <a:r>
              <a:rPr lang="de-DE" b="0" dirty="0">
                <a:solidFill>
                  <a:srgbClr val="CE9178"/>
                </a:solidFill>
                <a:effectLst/>
                <a:latin typeface="Consolas" panose="020B0609020204030204" pitchFamily="49" charset="0"/>
              </a:rPr>
              <a:t>`x`</a:t>
            </a:r>
            <a:r>
              <a:rPr lang="de-DE" b="0" dirty="0">
                <a:solidFill>
                  <a:srgbClr val="D4D4D4"/>
                </a:solidFill>
                <a:effectLst/>
                <a:latin typeface="Consolas" panose="020B0609020204030204" pitchFamily="49" charset="0"/>
              </a:rPr>
              <a:t> für ausführen. </a:t>
            </a:r>
            <a:r>
              <a:rPr lang="de-DE" b="0" dirty="0">
                <a:solidFill>
                  <a:srgbClr val="CE9178"/>
                </a:solidFill>
                <a:effectLst/>
                <a:latin typeface="Consolas" panose="020B0609020204030204" pitchFamily="49" charset="0"/>
              </a:rPr>
              <a:t>`-`</a:t>
            </a:r>
            <a:r>
              <a:rPr lang="de-DE" b="0" dirty="0">
                <a:solidFill>
                  <a:srgbClr val="D4D4D4"/>
                </a:solidFill>
                <a:effectLst/>
                <a:latin typeface="Consolas" panose="020B0609020204030204" pitchFamily="49" charset="0"/>
              </a:rPr>
              <a:t>bedeutet keine Berechtigung an dieser Stelle.</a:t>
            </a:r>
          </a:p>
          <a:p>
            <a:r>
              <a:rPr lang="de-DE" b="0" dirty="0">
                <a:solidFill>
                  <a:srgbClr val="D4D4D4"/>
                </a:solidFill>
                <a:effectLst/>
                <a:latin typeface="Consolas" panose="020B0609020204030204" pitchFamily="49" charset="0"/>
              </a:rPr>
              <a:t>Im Beispiel oben hat </a:t>
            </a:r>
            <a:r>
              <a:rPr lang="de-DE" b="0" dirty="0" err="1">
                <a:solidFill>
                  <a:srgbClr val="D4D4D4"/>
                </a:solidFill>
                <a:effectLst/>
                <a:latin typeface="Consolas" panose="020B0609020204030204" pitchFamily="49" charset="0"/>
              </a:rPr>
              <a:t>john</a:t>
            </a:r>
            <a:r>
              <a:rPr lang="de-DE" b="0" dirty="0">
                <a:solidFill>
                  <a:srgbClr val="D4D4D4"/>
                </a:solidFill>
                <a:effectLst/>
                <a:latin typeface="Consolas" panose="020B0609020204030204" pitchFamily="49" charset="0"/>
              </a:rPr>
              <a:t> für die Datei die Berechtigungen lesen und schreiben. Die Gruppe </a:t>
            </a:r>
            <a:r>
              <a:rPr lang="de-DE" b="0" dirty="0" err="1">
                <a:solidFill>
                  <a:srgbClr val="D4D4D4"/>
                </a:solidFill>
                <a:effectLst/>
                <a:latin typeface="Consolas" panose="020B0609020204030204" pitchFamily="49" charset="0"/>
              </a:rPr>
              <a:t>user</a:t>
            </a:r>
            <a:r>
              <a:rPr lang="de-DE" b="0" dirty="0">
                <a:solidFill>
                  <a:srgbClr val="D4D4D4"/>
                </a:solidFill>
                <a:effectLst/>
                <a:latin typeface="Consolas" panose="020B0609020204030204" pitchFamily="49" charset="0"/>
              </a:rPr>
              <a:t> darf lesen und alle anderen dürfen gar nichts.</a:t>
            </a:r>
          </a:p>
          <a:p>
            <a:endParaRPr lang="de-DE" b="0" dirty="0">
              <a:solidFill>
                <a:srgbClr val="D4D4D4"/>
              </a:solidFill>
              <a:effectLst/>
              <a:latin typeface="Consolas" panose="020B0609020204030204" pitchFamily="49" charset="0"/>
            </a:endParaRPr>
          </a:p>
          <a:p>
            <a:pPr marL="0" marR="0" lvl="0" indent="0" algn="l" defTabSz="874258" rtl="0" eaLnBrk="1" fontAlgn="auto" latinLnBrk="0" hangingPunct="1">
              <a:lnSpc>
                <a:spcPct val="100000"/>
              </a:lnSpc>
              <a:spcBef>
                <a:spcPts val="600"/>
              </a:spcBef>
              <a:spcAft>
                <a:spcPts val="0"/>
              </a:spcAft>
              <a:buClrTx/>
              <a:buSzTx/>
              <a:buFontTx/>
              <a:buNone/>
              <a:tabLst/>
              <a:defRPr/>
            </a:pPr>
            <a:r>
              <a:rPr lang="de-DE" b="0" dirty="0">
                <a:solidFill>
                  <a:srgbClr val="D4D4D4"/>
                </a:solidFill>
                <a:effectLst/>
                <a:latin typeface="Consolas" panose="020B0609020204030204" pitchFamily="49" charset="0"/>
              </a:rPr>
              <a:t>Manchmal sieht man im Besitzer- oder Gruppenblock einer Datei anstelle des </a:t>
            </a:r>
            <a:r>
              <a:rPr lang="de-DE" b="0" dirty="0">
                <a:solidFill>
                  <a:srgbClr val="CE9178"/>
                </a:solidFill>
                <a:effectLst/>
                <a:latin typeface="Consolas" panose="020B0609020204030204" pitchFamily="49" charset="0"/>
              </a:rPr>
              <a:t>`x`</a:t>
            </a:r>
            <a:r>
              <a:rPr lang="de-DE" b="0" dirty="0">
                <a:solidFill>
                  <a:srgbClr val="D4D4D4"/>
                </a:solidFill>
                <a:effectLst/>
                <a:latin typeface="Consolas" panose="020B0609020204030204" pitchFamily="49" charset="0"/>
              </a:rPr>
              <a:t> ein </a:t>
            </a:r>
            <a:r>
              <a:rPr lang="de-DE" b="0" dirty="0">
                <a:solidFill>
                  <a:srgbClr val="CE9178"/>
                </a:solidFill>
                <a:effectLst/>
                <a:latin typeface="Consolas" panose="020B0609020204030204" pitchFamily="49" charset="0"/>
              </a:rPr>
              <a:t>`s`</a:t>
            </a:r>
            <a:r>
              <a:rPr lang="de-DE" b="0" dirty="0">
                <a:solidFill>
                  <a:srgbClr val="D4D4D4"/>
                </a:solidFill>
                <a:effectLst/>
                <a:latin typeface="Consolas" panose="020B0609020204030204" pitchFamily="49" charset="0"/>
              </a:rPr>
              <a:t>. Das ist dann das SUID-, bzw. SGID-Bit. Es besagt, dass diese Datei mit den Rechten des Besitzers, bzw. mit den der Gruppe. Im Beispiel unten ist das Programm </a:t>
            </a:r>
            <a:r>
              <a:rPr lang="de-DE" b="0" dirty="0" err="1">
                <a:solidFill>
                  <a:srgbClr val="D4D4D4"/>
                </a:solidFill>
                <a:effectLst/>
                <a:latin typeface="Consolas" panose="020B0609020204030204" pitchFamily="49" charset="0"/>
              </a:rPr>
              <a:t>passwd</a:t>
            </a:r>
            <a:r>
              <a:rPr lang="de-DE" b="0" dirty="0">
                <a:solidFill>
                  <a:srgbClr val="D4D4D4"/>
                </a:solidFill>
                <a:effectLst/>
                <a:latin typeface="Consolas" panose="020B0609020204030204" pitchFamily="49" charset="0"/>
              </a:rPr>
              <a:t> mit dem SUID Bit versehen, denn ein normaler User soll es ausführen können, um sein Passwort zu ändern, aber dafür muss eine geschützte Datei bearbeitet werden (/</a:t>
            </a:r>
            <a:r>
              <a:rPr lang="de-DE" b="0" dirty="0" err="1">
                <a:solidFill>
                  <a:srgbClr val="D4D4D4"/>
                </a:solidFill>
                <a:effectLst/>
                <a:latin typeface="Consolas" panose="020B0609020204030204" pitchFamily="49" charset="0"/>
              </a:rPr>
              <a:t>etc</a:t>
            </a:r>
            <a:r>
              <a:rPr lang="de-DE" b="0" dirty="0">
                <a:solidFill>
                  <a:srgbClr val="D4D4D4"/>
                </a:solidFill>
                <a:effectLst/>
                <a:latin typeface="Consolas" panose="020B0609020204030204" pitchFamily="49" charset="0"/>
              </a:rPr>
              <a:t>/</a:t>
            </a:r>
            <a:r>
              <a:rPr lang="de-DE" b="0" dirty="0" err="1">
                <a:solidFill>
                  <a:srgbClr val="D4D4D4"/>
                </a:solidFill>
                <a:effectLst/>
                <a:latin typeface="Consolas" panose="020B0609020204030204" pitchFamily="49" charset="0"/>
              </a:rPr>
              <a:t>shadow</a:t>
            </a:r>
            <a:r>
              <a:rPr lang="de-DE" b="0" dirty="0">
                <a:solidFill>
                  <a:srgbClr val="D4D4D4"/>
                </a:solidFill>
                <a:effectLst/>
                <a:latin typeface="Consolas" panose="020B0609020204030204" pitchFamily="49" charset="0"/>
              </a:rPr>
              <a:t>), die er sonst nicht bearbeiten darf.</a:t>
            </a:r>
          </a:p>
          <a:p>
            <a:endParaRPr lang="de-DE" b="0" dirty="0">
              <a:solidFill>
                <a:srgbClr val="D4D4D4"/>
              </a:solidFill>
              <a:effectLst/>
              <a:latin typeface="Consolas" panose="020B0609020204030204" pitchFamily="49" charset="0"/>
            </a:endParaRPr>
          </a:p>
          <a:p>
            <a:endParaRPr lang="de-DE" dirty="0"/>
          </a:p>
        </p:txBody>
      </p:sp>
      <p:sp>
        <p:nvSpPr>
          <p:cNvPr id="4" name="Foliennummernplatzhalter 3"/>
          <p:cNvSpPr>
            <a:spLocks noGrp="1"/>
          </p:cNvSpPr>
          <p:nvPr>
            <p:ph type="sldNum" sz="quarter" idx="5"/>
          </p:nvPr>
        </p:nvSpPr>
        <p:spPr/>
        <p:txBody>
          <a:bodyPr/>
          <a:lstStyle/>
          <a:p>
            <a:fld id="{F86FCC4D-0438-154F-9910-1CF4711F776F}" type="slidenum">
              <a:rPr lang="de-DE" smtClean="0"/>
              <a:pPr/>
              <a:t>15</a:t>
            </a:fld>
            <a:endParaRPr lang="de-DE" dirty="0"/>
          </a:p>
        </p:txBody>
      </p:sp>
    </p:spTree>
    <p:extLst>
      <p:ext uri="{BB962C8B-B14F-4D97-AF65-F5344CB8AC3E}">
        <p14:creationId xmlns:p14="http://schemas.microsoft.com/office/powerpoint/2010/main" val="232081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microsoft.com/office/2007/relationships/hdphoto" Target="../media/hdphoto2.wdp"/><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8.png"/><Relationship Id="rId5" Type="http://schemas.microsoft.com/office/2007/relationships/hdphoto" Target="../media/hdphoto1.wdp"/><Relationship Id="rId4"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sp>
        <p:nvSpPr>
          <p:cNvPr id="55" name="Bildplatzhalter 54">
            <a:extLst>
              <a:ext uri="{FF2B5EF4-FFF2-40B4-BE49-F238E27FC236}">
                <a16:creationId xmlns:a16="http://schemas.microsoft.com/office/drawing/2014/main" id="{5AEB332C-1874-4881-8014-90EEA16AFCF4}"/>
              </a:ext>
            </a:extLst>
          </p:cNvPr>
          <p:cNvSpPr>
            <a:spLocks noGrp="1"/>
          </p:cNvSpPr>
          <p:nvPr>
            <p:ph type="pic" sz="quarter" idx="15" hasCustomPrompt="1"/>
          </p:nvPr>
        </p:nvSpPr>
        <p:spPr>
          <a:xfrm>
            <a:off x="0" y="0"/>
            <a:ext cx="11879263" cy="6335713"/>
          </a:xfrm>
          <a:custGeom>
            <a:avLst/>
            <a:gdLst>
              <a:gd name="connsiteX0" fmla="*/ 564555 w 11879263"/>
              <a:gd name="connsiteY0" fmla="*/ 5896873 h 6335713"/>
              <a:gd name="connsiteX1" fmla="*/ 560130 w 11879263"/>
              <a:gd name="connsiteY1" fmla="*/ 5901274 h 6335713"/>
              <a:gd name="connsiteX2" fmla="*/ 560002 w 11879263"/>
              <a:gd name="connsiteY2" fmla="*/ 5933676 h 6335713"/>
              <a:gd name="connsiteX3" fmla="*/ 564631 w 11879263"/>
              <a:gd name="connsiteY3" fmla="*/ 5938281 h 6335713"/>
              <a:gd name="connsiteX4" fmla="*/ 610793 w 11879263"/>
              <a:gd name="connsiteY4" fmla="*/ 5938281 h 6335713"/>
              <a:gd name="connsiteX5" fmla="*/ 615397 w 11879263"/>
              <a:gd name="connsiteY5" fmla="*/ 5933676 h 6335713"/>
              <a:gd name="connsiteX6" fmla="*/ 615524 w 11879263"/>
              <a:gd name="connsiteY6" fmla="*/ 5901477 h 6335713"/>
              <a:gd name="connsiteX7" fmla="*/ 610920 w 11879263"/>
              <a:gd name="connsiteY7" fmla="*/ 5896873 h 6335713"/>
              <a:gd name="connsiteX8" fmla="*/ 1388971 w 11879263"/>
              <a:gd name="connsiteY8" fmla="*/ 5896720 h 6335713"/>
              <a:gd name="connsiteX9" fmla="*/ 1384545 w 11879263"/>
              <a:gd name="connsiteY9" fmla="*/ 5901146 h 6335713"/>
              <a:gd name="connsiteX10" fmla="*/ 1384545 w 11879263"/>
              <a:gd name="connsiteY10" fmla="*/ 5933650 h 6335713"/>
              <a:gd name="connsiteX11" fmla="*/ 1389149 w 11879263"/>
              <a:gd name="connsiteY11" fmla="*/ 5938255 h 6335713"/>
              <a:gd name="connsiteX12" fmla="*/ 1435336 w 11879263"/>
              <a:gd name="connsiteY12" fmla="*/ 5938255 h 6335713"/>
              <a:gd name="connsiteX13" fmla="*/ 1439941 w 11879263"/>
              <a:gd name="connsiteY13" fmla="*/ 5933650 h 6335713"/>
              <a:gd name="connsiteX14" fmla="*/ 1439941 w 11879263"/>
              <a:gd name="connsiteY14" fmla="*/ 5901324 h 6335713"/>
              <a:gd name="connsiteX15" fmla="*/ 1435336 w 11879263"/>
              <a:gd name="connsiteY15" fmla="*/ 5896720 h 6335713"/>
              <a:gd name="connsiteX16" fmla="*/ 1180846 w 11879263"/>
              <a:gd name="connsiteY16" fmla="*/ 5830923 h 6335713"/>
              <a:gd name="connsiteX17" fmla="*/ 1218260 w 11879263"/>
              <a:gd name="connsiteY17" fmla="*/ 5835577 h 6335713"/>
              <a:gd name="connsiteX18" fmla="*/ 1222939 w 11879263"/>
              <a:gd name="connsiteY18" fmla="*/ 5840257 h 6335713"/>
              <a:gd name="connsiteX19" fmla="*/ 1222939 w 11879263"/>
              <a:gd name="connsiteY19" fmla="*/ 5854271 h 6335713"/>
              <a:gd name="connsiteX20" fmla="*/ 1162127 w 11879263"/>
              <a:gd name="connsiteY20" fmla="*/ 5900917 h 6335713"/>
              <a:gd name="connsiteX21" fmla="*/ 1120034 w 11879263"/>
              <a:gd name="connsiteY21" fmla="*/ 5868260 h 6335713"/>
              <a:gd name="connsiteX22" fmla="*/ 1180846 w 11879263"/>
              <a:gd name="connsiteY22" fmla="*/ 5830923 h 6335713"/>
              <a:gd name="connsiteX23" fmla="*/ 1583948 w 11879263"/>
              <a:gd name="connsiteY23" fmla="*/ 5744702 h 6335713"/>
              <a:gd name="connsiteX24" fmla="*/ 1639267 w 11879263"/>
              <a:gd name="connsiteY24" fmla="*/ 5800072 h 6335713"/>
              <a:gd name="connsiteX25" fmla="*/ 1634662 w 11879263"/>
              <a:gd name="connsiteY25" fmla="*/ 5804675 h 6335713"/>
              <a:gd name="connsiteX26" fmla="*/ 1533232 w 11879263"/>
              <a:gd name="connsiteY26" fmla="*/ 5804675 h 6335713"/>
              <a:gd name="connsiteX27" fmla="*/ 1528629 w 11879263"/>
              <a:gd name="connsiteY27" fmla="*/ 5800072 h 6335713"/>
              <a:gd name="connsiteX28" fmla="*/ 1583948 w 11879263"/>
              <a:gd name="connsiteY28" fmla="*/ 5744702 h 6335713"/>
              <a:gd name="connsiteX29" fmla="*/ 757294 w 11879263"/>
              <a:gd name="connsiteY29" fmla="*/ 5744702 h 6335713"/>
              <a:gd name="connsiteX30" fmla="*/ 812613 w 11879263"/>
              <a:gd name="connsiteY30" fmla="*/ 5800072 h 6335713"/>
              <a:gd name="connsiteX31" fmla="*/ 808008 w 11879263"/>
              <a:gd name="connsiteY31" fmla="*/ 5804675 h 6335713"/>
              <a:gd name="connsiteX32" fmla="*/ 706578 w 11879263"/>
              <a:gd name="connsiteY32" fmla="*/ 5804675 h 6335713"/>
              <a:gd name="connsiteX33" fmla="*/ 701975 w 11879263"/>
              <a:gd name="connsiteY33" fmla="*/ 5800072 h 6335713"/>
              <a:gd name="connsiteX34" fmla="*/ 757294 w 11879263"/>
              <a:gd name="connsiteY34" fmla="*/ 5744702 h 6335713"/>
              <a:gd name="connsiteX35" fmla="*/ 403712 w 11879263"/>
              <a:gd name="connsiteY35" fmla="*/ 5742718 h 6335713"/>
              <a:gd name="connsiteX36" fmla="*/ 399108 w 11879263"/>
              <a:gd name="connsiteY36" fmla="*/ 5747347 h 6335713"/>
              <a:gd name="connsiteX37" fmla="*/ 399108 w 11879263"/>
              <a:gd name="connsiteY37" fmla="*/ 5933651 h 6335713"/>
              <a:gd name="connsiteX38" fmla="*/ 403712 w 11879263"/>
              <a:gd name="connsiteY38" fmla="*/ 5938256 h 6335713"/>
              <a:gd name="connsiteX39" fmla="*/ 440666 w 11879263"/>
              <a:gd name="connsiteY39" fmla="*/ 5938256 h 6335713"/>
              <a:gd name="connsiteX40" fmla="*/ 445271 w 11879263"/>
              <a:gd name="connsiteY40" fmla="*/ 5933651 h 6335713"/>
              <a:gd name="connsiteX41" fmla="*/ 445271 w 11879263"/>
              <a:gd name="connsiteY41" fmla="*/ 5747347 h 6335713"/>
              <a:gd name="connsiteX42" fmla="*/ 440666 w 11879263"/>
              <a:gd name="connsiteY42" fmla="*/ 5742718 h 6335713"/>
              <a:gd name="connsiteX43" fmla="*/ 1085492 w 11879263"/>
              <a:gd name="connsiteY43" fmla="*/ 5742616 h 6335713"/>
              <a:gd name="connsiteX44" fmla="*/ 1080813 w 11879263"/>
              <a:gd name="connsiteY44" fmla="*/ 5747270 h 6335713"/>
              <a:gd name="connsiteX45" fmla="*/ 1080813 w 11879263"/>
              <a:gd name="connsiteY45" fmla="*/ 5782726 h 6335713"/>
              <a:gd name="connsiteX46" fmla="*/ 1085492 w 11879263"/>
              <a:gd name="connsiteY46" fmla="*/ 5787380 h 6335713"/>
              <a:gd name="connsiteX47" fmla="*/ 1122906 w 11879263"/>
              <a:gd name="connsiteY47" fmla="*/ 5787380 h 6335713"/>
              <a:gd name="connsiteX48" fmla="*/ 1127587 w 11879263"/>
              <a:gd name="connsiteY48" fmla="*/ 5782726 h 6335713"/>
              <a:gd name="connsiteX49" fmla="*/ 1127587 w 11879263"/>
              <a:gd name="connsiteY49" fmla="*/ 5747270 h 6335713"/>
              <a:gd name="connsiteX50" fmla="*/ 1122906 w 11879263"/>
              <a:gd name="connsiteY50" fmla="*/ 5742616 h 6335713"/>
              <a:gd name="connsiteX51" fmla="*/ 916865 w 11879263"/>
              <a:gd name="connsiteY51" fmla="*/ 5742616 h 6335713"/>
              <a:gd name="connsiteX52" fmla="*/ 912186 w 11879263"/>
              <a:gd name="connsiteY52" fmla="*/ 5747270 h 6335713"/>
              <a:gd name="connsiteX53" fmla="*/ 912186 w 11879263"/>
              <a:gd name="connsiteY53" fmla="*/ 5933600 h 6335713"/>
              <a:gd name="connsiteX54" fmla="*/ 916865 w 11879263"/>
              <a:gd name="connsiteY54" fmla="*/ 5938256 h 6335713"/>
              <a:gd name="connsiteX55" fmla="*/ 954279 w 11879263"/>
              <a:gd name="connsiteY55" fmla="*/ 5938256 h 6335713"/>
              <a:gd name="connsiteX56" fmla="*/ 958958 w 11879263"/>
              <a:gd name="connsiteY56" fmla="*/ 5933600 h 6335713"/>
              <a:gd name="connsiteX57" fmla="*/ 958958 w 11879263"/>
              <a:gd name="connsiteY57" fmla="*/ 5747270 h 6335713"/>
              <a:gd name="connsiteX58" fmla="*/ 953744 w 11879263"/>
              <a:gd name="connsiteY58" fmla="*/ 5742616 h 6335713"/>
              <a:gd name="connsiteX59" fmla="*/ 1583948 w 11879263"/>
              <a:gd name="connsiteY59" fmla="*/ 5703244 h 6335713"/>
              <a:gd name="connsiteX60" fmla="*/ 1477964 w 11879263"/>
              <a:gd name="connsiteY60" fmla="*/ 5823089 h 6335713"/>
              <a:gd name="connsiteX61" fmla="*/ 1588551 w 11879263"/>
              <a:gd name="connsiteY61" fmla="*/ 5942934 h 6335713"/>
              <a:gd name="connsiteX62" fmla="*/ 1680749 w 11879263"/>
              <a:gd name="connsiteY62" fmla="*/ 5873831 h 6335713"/>
              <a:gd name="connsiteX63" fmla="*/ 1676146 w 11879263"/>
              <a:gd name="connsiteY63" fmla="*/ 5869227 h 6335713"/>
              <a:gd name="connsiteX64" fmla="*/ 1639267 w 11879263"/>
              <a:gd name="connsiteY64" fmla="*/ 5869227 h 6335713"/>
              <a:gd name="connsiteX65" fmla="*/ 1634662 w 11879263"/>
              <a:gd name="connsiteY65" fmla="*/ 5873831 h 6335713"/>
              <a:gd name="connsiteX66" fmla="*/ 1588551 w 11879263"/>
              <a:gd name="connsiteY66" fmla="*/ 5901478 h 6335713"/>
              <a:gd name="connsiteX67" fmla="*/ 1528629 w 11879263"/>
              <a:gd name="connsiteY67" fmla="*/ 5846133 h 6335713"/>
              <a:gd name="connsiteX68" fmla="*/ 1533232 w 11879263"/>
              <a:gd name="connsiteY68" fmla="*/ 5841503 h 6335713"/>
              <a:gd name="connsiteX69" fmla="*/ 1685378 w 11879263"/>
              <a:gd name="connsiteY69" fmla="*/ 5841503 h 6335713"/>
              <a:gd name="connsiteX70" fmla="*/ 1689981 w 11879263"/>
              <a:gd name="connsiteY70" fmla="*/ 5836901 h 6335713"/>
              <a:gd name="connsiteX71" fmla="*/ 1689981 w 11879263"/>
              <a:gd name="connsiteY71" fmla="*/ 5823089 h 6335713"/>
              <a:gd name="connsiteX72" fmla="*/ 1583948 w 11879263"/>
              <a:gd name="connsiteY72" fmla="*/ 5703244 h 6335713"/>
              <a:gd name="connsiteX73" fmla="*/ 757294 w 11879263"/>
              <a:gd name="connsiteY73" fmla="*/ 5703244 h 6335713"/>
              <a:gd name="connsiteX74" fmla="*/ 651310 w 11879263"/>
              <a:gd name="connsiteY74" fmla="*/ 5823089 h 6335713"/>
              <a:gd name="connsiteX75" fmla="*/ 761897 w 11879263"/>
              <a:gd name="connsiteY75" fmla="*/ 5942934 h 6335713"/>
              <a:gd name="connsiteX76" fmla="*/ 854095 w 11879263"/>
              <a:gd name="connsiteY76" fmla="*/ 5873831 h 6335713"/>
              <a:gd name="connsiteX77" fmla="*/ 849492 w 11879263"/>
              <a:gd name="connsiteY77" fmla="*/ 5869227 h 6335713"/>
              <a:gd name="connsiteX78" fmla="*/ 812613 w 11879263"/>
              <a:gd name="connsiteY78" fmla="*/ 5869227 h 6335713"/>
              <a:gd name="connsiteX79" fmla="*/ 808008 w 11879263"/>
              <a:gd name="connsiteY79" fmla="*/ 5873831 h 6335713"/>
              <a:gd name="connsiteX80" fmla="*/ 761897 w 11879263"/>
              <a:gd name="connsiteY80" fmla="*/ 5901478 h 6335713"/>
              <a:gd name="connsiteX81" fmla="*/ 701975 w 11879263"/>
              <a:gd name="connsiteY81" fmla="*/ 5846133 h 6335713"/>
              <a:gd name="connsiteX82" fmla="*/ 706578 w 11879263"/>
              <a:gd name="connsiteY82" fmla="*/ 5841503 h 6335713"/>
              <a:gd name="connsiteX83" fmla="*/ 858724 w 11879263"/>
              <a:gd name="connsiteY83" fmla="*/ 5841503 h 6335713"/>
              <a:gd name="connsiteX84" fmla="*/ 863327 w 11879263"/>
              <a:gd name="connsiteY84" fmla="*/ 5836901 h 6335713"/>
              <a:gd name="connsiteX85" fmla="*/ 863327 w 11879263"/>
              <a:gd name="connsiteY85" fmla="*/ 5823089 h 6335713"/>
              <a:gd name="connsiteX86" fmla="*/ 757294 w 11879263"/>
              <a:gd name="connsiteY86" fmla="*/ 5703244 h 6335713"/>
              <a:gd name="connsiteX87" fmla="*/ 1844442 w 11879263"/>
              <a:gd name="connsiteY87" fmla="*/ 5702633 h 6335713"/>
              <a:gd name="connsiteX88" fmla="*/ 1734339 w 11879263"/>
              <a:gd name="connsiteY88" fmla="*/ 5821894 h 6335713"/>
              <a:gd name="connsiteX89" fmla="*/ 1844442 w 11879263"/>
              <a:gd name="connsiteY89" fmla="*/ 5941153 h 6335713"/>
              <a:gd name="connsiteX90" fmla="*/ 1943102 w 11879263"/>
              <a:gd name="connsiteY90" fmla="*/ 5863172 h 6335713"/>
              <a:gd name="connsiteX91" fmla="*/ 1938523 w 11879263"/>
              <a:gd name="connsiteY91" fmla="*/ 5858595 h 6335713"/>
              <a:gd name="connsiteX92" fmla="*/ 1904060 w 11879263"/>
              <a:gd name="connsiteY92" fmla="*/ 5858595 h 6335713"/>
              <a:gd name="connsiteX93" fmla="*/ 1899482 w 11879263"/>
              <a:gd name="connsiteY93" fmla="*/ 5863172 h 6335713"/>
              <a:gd name="connsiteX94" fmla="*/ 1844442 w 11879263"/>
              <a:gd name="connsiteY94" fmla="*/ 5899873 h 6335713"/>
              <a:gd name="connsiteX95" fmla="*/ 1780222 w 11879263"/>
              <a:gd name="connsiteY95" fmla="*/ 5821894 h 6335713"/>
              <a:gd name="connsiteX96" fmla="*/ 1844442 w 11879263"/>
              <a:gd name="connsiteY96" fmla="*/ 5743913 h 6335713"/>
              <a:gd name="connsiteX97" fmla="*/ 1899482 w 11879263"/>
              <a:gd name="connsiteY97" fmla="*/ 5780614 h 6335713"/>
              <a:gd name="connsiteX98" fmla="*/ 1904060 w 11879263"/>
              <a:gd name="connsiteY98" fmla="*/ 5785192 h 6335713"/>
              <a:gd name="connsiteX99" fmla="*/ 1938523 w 11879263"/>
              <a:gd name="connsiteY99" fmla="*/ 5785192 h 6335713"/>
              <a:gd name="connsiteX100" fmla="*/ 1943102 w 11879263"/>
              <a:gd name="connsiteY100" fmla="*/ 5780614 h 6335713"/>
              <a:gd name="connsiteX101" fmla="*/ 1844442 w 11879263"/>
              <a:gd name="connsiteY101" fmla="*/ 5702633 h 6335713"/>
              <a:gd name="connsiteX102" fmla="*/ 965292 w 11879263"/>
              <a:gd name="connsiteY102" fmla="*/ 5701056 h 6335713"/>
              <a:gd name="connsiteX103" fmla="*/ 960663 w 11879263"/>
              <a:gd name="connsiteY103" fmla="*/ 5705660 h 6335713"/>
              <a:gd name="connsiteX104" fmla="*/ 960663 w 11879263"/>
              <a:gd name="connsiteY104" fmla="*/ 5737808 h 6335713"/>
              <a:gd name="connsiteX105" fmla="*/ 965826 w 11879263"/>
              <a:gd name="connsiteY105" fmla="*/ 5742438 h 6335713"/>
              <a:gd name="connsiteX106" fmla="*/ 1043170 w 11879263"/>
              <a:gd name="connsiteY106" fmla="*/ 5742640 h 6335713"/>
              <a:gd name="connsiteX107" fmla="*/ 1047851 w 11879263"/>
              <a:gd name="connsiteY107" fmla="*/ 5737986 h 6335713"/>
              <a:gd name="connsiteX108" fmla="*/ 1047851 w 11879263"/>
              <a:gd name="connsiteY108" fmla="*/ 5705710 h 6335713"/>
              <a:gd name="connsiteX109" fmla="*/ 1043170 w 11879263"/>
              <a:gd name="connsiteY109" fmla="*/ 5701056 h 6335713"/>
              <a:gd name="connsiteX110" fmla="*/ 1133691 w 11879263"/>
              <a:gd name="connsiteY110" fmla="*/ 5700319 h 6335713"/>
              <a:gd name="connsiteX111" fmla="*/ 1129012 w 11879263"/>
              <a:gd name="connsiteY111" fmla="*/ 5704973 h 6335713"/>
              <a:gd name="connsiteX112" fmla="*/ 1129012 w 11879263"/>
              <a:gd name="connsiteY112" fmla="*/ 5737682 h 6335713"/>
              <a:gd name="connsiteX113" fmla="*/ 1133691 w 11879263"/>
              <a:gd name="connsiteY113" fmla="*/ 5742336 h 6335713"/>
              <a:gd name="connsiteX114" fmla="*/ 1177947 w 11879263"/>
              <a:gd name="connsiteY114" fmla="*/ 5742336 h 6335713"/>
              <a:gd name="connsiteX115" fmla="*/ 1222939 w 11879263"/>
              <a:gd name="connsiteY115" fmla="*/ 5784276 h 6335713"/>
              <a:gd name="connsiteX116" fmla="*/ 1222939 w 11879263"/>
              <a:gd name="connsiteY116" fmla="*/ 5793611 h 6335713"/>
              <a:gd name="connsiteX117" fmla="*/ 1218260 w 11879263"/>
              <a:gd name="connsiteY117" fmla="*/ 5798266 h 6335713"/>
              <a:gd name="connsiteX118" fmla="*/ 1176166 w 11879263"/>
              <a:gd name="connsiteY118" fmla="*/ 5793611 h 6335713"/>
              <a:gd name="connsiteX119" fmla="*/ 1073260 w 11879263"/>
              <a:gd name="connsiteY119" fmla="*/ 5868260 h 6335713"/>
              <a:gd name="connsiteX120" fmla="*/ 1152767 w 11879263"/>
              <a:gd name="connsiteY120" fmla="*/ 5942909 h 6335713"/>
              <a:gd name="connsiteX121" fmla="*/ 1218260 w 11879263"/>
              <a:gd name="connsiteY121" fmla="*/ 5914931 h 6335713"/>
              <a:gd name="connsiteX122" fmla="*/ 1222939 w 11879263"/>
              <a:gd name="connsiteY122" fmla="*/ 5914931 h 6335713"/>
              <a:gd name="connsiteX123" fmla="*/ 1227619 w 11879263"/>
              <a:gd name="connsiteY123" fmla="*/ 5933600 h 6335713"/>
              <a:gd name="connsiteX124" fmla="*/ 1232299 w 11879263"/>
              <a:gd name="connsiteY124" fmla="*/ 5938280 h 6335713"/>
              <a:gd name="connsiteX125" fmla="*/ 1265032 w 11879263"/>
              <a:gd name="connsiteY125" fmla="*/ 5938280 h 6335713"/>
              <a:gd name="connsiteX126" fmla="*/ 1269713 w 11879263"/>
              <a:gd name="connsiteY126" fmla="*/ 5933600 h 6335713"/>
              <a:gd name="connsiteX127" fmla="*/ 1269713 w 11879263"/>
              <a:gd name="connsiteY127" fmla="*/ 5802971 h 6335713"/>
              <a:gd name="connsiteX128" fmla="*/ 1178710 w 11879263"/>
              <a:gd name="connsiteY128" fmla="*/ 5700345 h 6335713"/>
              <a:gd name="connsiteX129" fmla="*/ 1178659 w 11879263"/>
              <a:gd name="connsiteY129" fmla="*/ 5700319 h 6335713"/>
              <a:gd name="connsiteX130" fmla="*/ 1338383 w 11879263"/>
              <a:gd name="connsiteY130" fmla="*/ 5654538 h 6335713"/>
              <a:gd name="connsiteX131" fmla="*/ 1333754 w 11879263"/>
              <a:gd name="connsiteY131" fmla="*/ 5659142 h 6335713"/>
              <a:gd name="connsiteX132" fmla="*/ 1333882 w 11879263"/>
              <a:gd name="connsiteY132" fmla="*/ 5892168 h 6335713"/>
              <a:gd name="connsiteX133" fmla="*/ 1338383 w 11879263"/>
              <a:gd name="connsiteY133" fmla="*/ 5896669 h 6335713"/>
              <a:gd name="connsiteX134" fmla="*/ 1375338 w 11879263"/>
              <a:gd name="connsiteY134" fmla="*/ 5896669 h 6335713"/>
              <a:gd name="connsiteX135" fmla="*/ 1380019 w 11879263"/>
              <a:gd name="connsiteY135" fmla="*/ 5891965 h 6335713"/>
              <a:gd name="connsiteX136" fmla="*/ 1379942 w 11879263"/>
              <a:gd name="connsiteY136" fmla="*/ 5747220 h 6335713"/>
              <a:gd name="connsiteX137" fmla="*/ 1384571 w 11879263"/>
              <a:gd name="connsiteY137" fmla="*/ 5742590 h 6335713"/>
              <a:gd name="connsiteX138" fmla="*/ 1435363 w 11879263"/>
              <a:gd name="connsiteY138" fmla="*/ 5742590 h 6335713"/>
              <a:gd name="connsiteX139" fmla="*/ 1439966 w 11879263"/>
              <a:gd name="connsiteY139" fmla="*/ 5737988 h 6335713"/>
              <a:gd name="connsiteX140" fmla="*/ 1439966 w 11879263"/>
              <a:gd name="connsiteY140" fmla="*/ 5705660 h 6335713"/>
              <a:gd name="connsiteX141" fmla="*/ 1435338 w 11879263"/>
              <a:gd name="connsiteY141" fmla="*/ 5701057 h 6335713"/>
              <a:gd name="connsiteX142" fmla="*/ 1384545 w 11879263"/>
              <a:gd name="connsiteY142" fmla="*/ 5701057 h 6335713"/>
              <a:gd name="connsiteX143" fmla="*/ 1379917 w 11879263"/>
              <a:gd name="connsiteY143" fmla="*/ 5696453 h 6335713"/>
              <a:gd name="connsiteX144" fmla="*/ 1379917 w 11879263"/>
              <a:gd name="connsiteY144" fmla="*/ 5659142 h 6335713"/>
              <a:gd name="connsiteX145" fmla="*/ 1375313 w 11879263"/>
              <a:gd name="connsiteY145" fmla="*/ 5654538 h 6335713"/>
              <a:gd name="connsiteX146" fmla="*/ 513967 w 11879263"/>
              <a:gd name="connsiteY146" fmla="*/ 5654538 h 6335713"/>
              <a:gd name="connsiteX147" fmla="*/ 509338 w 11879263"/>
              <a:gd name="connsiteY147" fmla="*/ 5659142 h 6335713"/>
              <a:gd name="connsiteX148" fmla="*/ 509465 w 11879263"/>
              <a:gd name="connsiteY148" fmla="*/ 5892168 h 6335713"/>
              <a:gd name="connsiteX149" fmla="*/ 513967 w 11879263"/>
              <a:gd name="connsiteY149" fmla="*/ 5896669 h 6335713"/>
              <a:gd name="connsiteX150" fmla="*/ 550922 w 11879263"/>
              <a:gd name="connsiteY150" fmla="*/ 5896669 h 6335713"/>
              <a:gd name="connsiteX151" fmla="*/ 555603 w 11879263"/>
              <a:gd name="connsiteY151" fmla="*/ 5891965 h 6335713"/>
              <a:gd name="connsiteX152" fmla="*/ 555527 w 11879263"/>
              <a:gd name="connsiteY152" fmla="*/ 5747220 h 6335713"/>
              <a:gd name="connsiteX153" fmla="*/ 560155 w 11879263"/>
              <a:gd name="connsiteY153" fmla="*/ 5742590 h 6335713"/>
              <a:gd name="connsiteX154" fmla="*/ 610947 w 11879263"/>
              <a:gd name="connsiteY154" fmla="*/ 5742590 h 6335713"/>
              <a:gd name="connsiteX155" fmla="*/ 615550 w 11879263"/>
              <a:gd name="connsiteY155" fmla="*/ 5737988 h 6335713"/>
              <a:gd name="connsiteX156" fmla="*/ 615550 w 11879263"/>
              <a:gd name="connsiteY156" fmla="*/ 5705660 h 6335713"/>
              <a:gd name="connsiteX157" fmla="*/ 610922 w 11879263"/>
              <a:gd name="connsiteY157" fmla="*/ 5701057 h 6335713"/>
              <a:gd name="connsiteX158" fmla="*/ 560129 w 11879263"/>
              <a:gd name="connsiteY158" fmla="*/ 5701057 h 6335713"/>
              <a:gd name="connsiteX159" fmla="*/ 555501 w 11879263"/>
              <a:gd name="connsiteY159" fmla="*/ 5696453 h 6335713"/>
              <a:gd name="connsiteX160" fmla="*/ 555501 w 11879263"/>
              <a:gd name="connsiteY160" fmla="*/ 5659142 h 6335713"/>
              <a:gd name="connsiteX161" fmla="*/ 550897 w 11879263"/>
              <a:gd name="connsiteY161" fmla="*/ 5654538 h 6335713"/>
              <a:gd name="connsiteX162" fmla="*/ 403736 w 11879263"/>
              <a:gd name="connsiteY162" fmla="*/ 5654538 h 6335713"/>
              <a:gd name="connsiteX163" fmla="*/ 399108 w 11879263"/>
              <a:gd name="connsiteY163" fmla="*/ 5658735 h 6335713"/>
              <a:gd name="connsiteX164" fmla="*/ 399108 w 11879263"/>
              <a:gd name="connsiteY164" fmla="*/ 5696835 h 6335713"/>
              <a:gd name="connsiteX165" fmla="*/ 403381 w 11879263"/>
              <a:gd name="connsiteY165" fmla="*/ 5700701 h 6335713"/>
              <a:gd name="connsiteX166" fmla="*/ 440666 w 11879263"/>
              <a:gd name="connsiteY166" fmla="*/ 5700701 h 6335713"/>
              <a:gd name="connsiteX167" fmla="*/ 445271 w 11879263"/>
              <a:gd name="connsiteY167" fmla="*/ 5696631 h 6335713"/>
              <a:gd name="connsiteX168" fmla="*/ 445271 w 11879263"/>
              <a:gd name="connsiteY168" fmla="*/ 5658735 h 6335713"/>
              <a:gd name="connsiteX169" fmla="*/ 440666 w 11879263"/>
              <a:gd name="connsiteY169" fmla="*/ 5654538 h 6335713"/>
              <a:gd name="connsiteX170" fmla="*/ 0 w 11879263"/>
              <a:gd name="connsiteY170" fmla="*/ 0 h 6335713"/>
              <a:gd name="connsiteX171" fmla="*/ 11879263 w 11879263"/>
              <a:gd name="connsiteY171" fmla="*/ 0 h 6335713"/>
              <a:gd name="connsiteX172" fmla="*/ 11879263 w 11879263"/>
              <a:gd name="connsiteY172" fmla="*/ 6335713 h 6335713"/>
              <a:gd name="connsiteX173" fmla="*/ 0 w 11879263"/>
              <a:gd name="connsiteY173" fmla="*/ 6335713 h 6335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11879263" h="6335713">
                <a:moveTo>
                  <a:pt x="564555" y="5896873"/>
                </a:moveTo>
                <a:lnTo>
                  <a:pt x="560130" y="5901274"/>
                </a:lnTo>
                <a:lnTo>
                  <a:pt x="560002" y="5933676"/>
                </a:lnTo>
                <a:lnTo>
                  <a:pt x="564631" y="5938281"/>
                </a:lnTo>
                <a:lnTo>
                  <a:pt x="610793" y="5938281"/>
                </a:lnTo>
                <a:lnTo>
                  <a:pt x="615397" y="5933676"/>
                </a:lnTo>
                <a:lnTo>
                  <a:pt x="615524" y="5901477"/>
                </a:lnTo>
                <a:lnTo>
                  <a:pt x="610920" y="5896873"/>
                </a:lnTo>
                <a:close/>
                <a:moveTo>
                  <a:pt x="1388971" y="5896720"/>
                </a:moveTo>
                <a:lnTo>
                  <a:pt x="1384545" y="5901146"/>
                </a:lnTo>
                <a:lnTo>
                  <a:pt x="1384545" y="5933650"/>
                </a:lnTo>
                <a:lnTo>
                  <a:pt x="1389149" y="5938255"/>
                </a:lnTo>
                <a:lnTo>
                  <a:pt x="1435336" y="5938255"/>
                </a:lnTo>
                <a:lnTo>
                  <a:pt x="1439941" y="5933650"/>
                </a:lnTo>
                <a:lnTo>
                  <a:pt x="1439941" y="5901324"/>
                </a:lnTo>
                <a:lnTo>
                  <a:pt x="1435336" y="5896720"/>
                </a:lnTo>
                <a:close/>
                <a:moveTo>
                  <a:pt x="1180846" y="5830923"/>
                </a:moveTo>
                <a:cubicBezTo>
                  <a:pt x="1204221" y="5830923"/>
                  <a:pt x="1218260" y="5835577"/>
                  <a:pt x="1218260" y="5835577"/>
                </a:cubicBezTo>
                <a:lnTo>
                  <a:pt x="1222939" y="5840257"/>
                </a:lnTo>
                <a:lnTo>
                  <a:pt x="1222939" y="5854271"/>
                </a:lnTo>
                <a:cubicBezTo>
                  <a:pt x="1222939" y="5882274"/>
                  <a:pt x="1199540" y="5900917"/>
                  <a:pt x="1162127" y="5900917"/>
                </a:cubicBezTo>
                <a:cubicBezTo>
                  <a:pt x="1134073" y="5900917"/>
                  <a:pt x="1120034" y="5891583"/>
                  <a:pt x="1120034" y="5868260"/>
                </a:cubicBezTo>
                <a:cubicBezTo>
                  <a:pt x="1120034" y="5844936"/>
                  <a:pt x="1138752" y="5830923"/>
                  <a:pt x="1180846" y="5830923"/>
                </a:cubicBezTo>
                <a:close/>
                <a:moveTo>
                  <a:pt x="1583948" y="5744702"/>
                </a:moveTo>
                <a:cubicBezTo>
                  <a:pt x="1634662" y="5744702"/>
                  <a:pt x="1639267" y="5786235"/>
                  <a:pt x="1639267" y="5800072"/>
                </a:cubicBezTo>
                <a:lnTo>
                  <a:pt x="1634662" y="5804675"/>
                </a:lnTo>
                <a:lnTo>
                  <a:pt x="1533232" y="5804675"/>
                </a:lnTo>
                <a:lnTo>
                  <a:pt x="1528629" y="5800072"/>
                </a:lnTo>
                <a:cubicBezTo>
                  <a:pt x="1528629" y="5786235"/>
                  <a:pt x="1533232" y="5744702"/>
                  <a:pt x="1583948" y="5744702"/>
                </a:cubicBezTo>
                <a:close/>
                <a:moveTo>
                  <a:pt x="757294" y="5744702"/>
                </a:moveTo>
                <a:cubicBezTo>
                  <a:pt x="808008" y="5744702"/>
                  <a:pt x="812613" y="5786235"/>
                  <a:pt x="812613" y="5800072"/>
                </a:cubicBezTo>
                <a:lnTo>
                  <a:pt x="808008" y="5804675"/>
                </a:lnTo>
                <a:lnTo>
                  <a:pt x="706578" y="5804675"/>
                </a:lnTo>
                <a:lnTo>
                  <a:pt x="701975" y="5800072"/>
                </a:lnTo>
                <a:cubicBezTo>
                  <a:pt x="701975" y="5786235"/>
                  <a:pt x="706578" y="5744702"/>
                  <a:pt x="757294" y="5744702"/>
                </a:cubicBezTo>
                <a:close/>
                <a:moveTo>
                  <a:pt x="403712" y="5742718"/>
                </a:moveTo>
                <a:lnTo>
                  <a:pt x="399108" y="5747347"/>
                </a:lnTo>
                <a:lnTo>
                  <a:pt x="399108" y="5933651"/>
                </a:lnTo>
                <a:lnTo>
                  <a:pt x="403712" y="5938256"/>
                </a:lnTo>
                <a:lnTo>
                  <a:pt x="440666" y="5938256"/>
                </a:lnTo>
                <a:lnTo>
                  <a:pt x="445271" y="5933651"/>
                </a:lnTo>
                <a:lnTo>
                  <a:pt x="445271" y="5747347"/>
                </a:lnTo>
                <a:lnTo>
                  <a:pt x="440666" y="5742718"/>
                </a:lnTo>
                <a:close/>
                <a:moveTo>
                  <a:pt x="1085492" y="5742616"/>
                </a:moveTo>
                <a:lnTo>
                  <a:pt x="1080813" y="5747270"/>
                </a:lnTo>
                <a:lnTo>
                  <a:pt x="1080813" y="5782726"/>
                </a:lnTo>
                <a:lnTo>
                  <a:pt x="1085492" y="5787380"/>
                </a:lnTo>
                <a:lnTo>
                  <a:pt x="1122906" y="5787380"/>
                </a:lnTo>
                <a:lnTo>
                  <a:pt x="1127587" y="5782726"/>
                </a:lnTo>
                <a:lnTo>
                  <a:pt x="1127587" y="5747270"/>
                </a:lnTo>
                <a:lnTo>
                  <a:pt x="1122906" y="5742616"/>
                </a:lnTo>
                <a:close/>
                <a:moveTo>
                  <a:pt x="916865" y="5742616"/>
                </a:moveTo>
                <a:lnTo>
                  <a:pt x="912186" y="5747270"/>
                </a:lnTo>
                <a:lnTo>
                  <a:pt x="912186" y="5933600"/>
                </a:lnTo>
                <a:lnTo>
                  <a:pt x="916865" y="5938256"/>
                </a:lnTo>
                <a:lnTo>
                  <a:pt x="954279" y="5938256"/>
                </a:lnTo>
                <a:lnTo>
                  <a:pt x="958958" y="5933600"/>
                </a:lnTo>
                <a:lnTo>
                  <a:pt x="958958" y="5747270"/>
                </a:lnTo>
                <a:lnTo>
                  <a:pt x="953744" y="5742616"/>
                </a:lnTo>
                <a:close/>
                <a:moveTo>
                  <a:pt x="1583948" y="5703244"/>
                </a:moveTo>
                <a:cubicBezTo>
                  <a:pt x="1510215" y="5703244"/>
                  <a:pt x="1477964" y="5758512"/>
                  <a:pt x="1477964" y="5823089"/>
                </a:cubicBezTo>
                <a:cubicBezTo>
                  <a:pt x="1477964" y="5892245"/>
                  <a:pt x="1514818" y="5942934"/>
                  <a:pt x="1588551" y="5942934"/>
                </a:cubicBezTo>
                <a:cubicBezTo>
                  <a:pt x="1643870" y="5942934"/>
                  <a:pt x="1676146" y="5910685"/>
                  <a:pt x="1680749" y="5873831"/>
                </a:cubicBezTo>
                <a:lnTo>
                  <a:pt x="1676146" y="5869227"/>
                </a:lnTo>
                <a:lnTo>
                  <a:pt x="1639267" y="5869227"/>
                </a:lnTo>
                <a:lnTo>
                  <a:pt x="1634662" y="5873831"/>
                </a:lnTo>
                <a:cubicBezTo>
                  <a:pt x="1625430" y="5896873"/>
                  <a:pt x="1606990" y="5901478"/>
                  <a:pt x="1588551" y="5901478"/>
                </a:cubicBezTo>
                <a:cubicBezTo>
                  <a:pt x="1533232" y="5901478"/>
                  <a:pt x="1528629" y="5855366"/>
                  <a:pt x="1528629" y="5846133"/>
                </a:cubicBezTo>
                <a:lnTo>
                  <a:pt x="1533232" y="5841503"/>
                </a:lnTo>
                <a:lnTo>
                  <a:pt x="1685378" y="5841503"/>
                </a:lnTo>
                <a:lnTo>
                  <a:pt x="1689981" y="5836901"/>
                </a:lnTo>
                <a:lnTo>
                  <a:pt x="1689981" y="5823089"/>
                </a:lnTo>
                <a:cubicBezTo>
                  <a:pt x="1689981" y="5758538"/>
                  <a:pt x="1657706" y="5703244"/>
                  <a:pt x="1583948" y="5703244"/>
                </a:cubicBezTo>
                <a:close/>
                <a:moveTo>
                  <a:pt x="757294" y="5703244"/>
                </a:moveTo>
                <a:cubicBezTo>
                  <a:pt x="683561" y="5703244"/>
                  <a:pt x="651310" y="5758512"/>
                  <a:pt x="651310" y="5823089"/>
                </a:cubicBezTo>
                <a:cubicBezTo>
                  <a:pt x="651310" y="5892245"/>
                  <a:pt x="688164" y="5942934"/>
                  <a:pt x="761897" y="5942934"/>
                </a:cubicBezTo>
                <a:cubicBezTo>
                  <a:pt x="817215" y="5942934"/>
                  <a:pt x="849492" y="5910685"/>
                  <a:pt x="854095" y="5873831"/>
                </a:cubicBezTo>
                <a:lnTo>
                  <a:pt x="849492" y="5869227"/>
                </a:lnTo>
                <a:lnTo>
                  <a:pt x="812613" y="5869227"/>
                </a:lnTo>
                <a:lnTo>
                  <a:pt x="808008" y="5873831"/>
                </a:lnTo>
                <a:cubicBezTo>
                  <a:pt x="798776" y="5896873"/>
                  <a:pt x="780336" y="5901478"/>
                  <a:pt x="761897" y="5901478"/>
                </a:cubicBezTo>
                <a:cubicBezTo>
                  <a:pt x="706578" y="5901478"/>
                  <a:pt x="701975" y="5855366"/>
                  <a:pt x="701975" y="5846133"/>
                </a:cubicBezTo>
                <a:lnTo>
                  <a:pt x="706578" y="5841503"/>
                </a:lnTo>
                <a:lnTo>
                  <a:pt x="858724" y="5841503"/>
                </a:lnTo>
                <a:lnTo>
                  <a:pt x="863327" y="5836901"/>
                </a:lnTo>
                <a:lnTo>
                  <a:pt x="863327" y="5823089"/>
                </a:lnTo>
                <a:cubicBezTo>
                  <a:pt x="863327" y="5758538"/>
                  <a:pt x="831052" y="5703244"/>
                  <a:pt x="757294" y="5703244"/>
                </a:cubicBezTo>
                <a:close/>
                <a:moveTo>
                  <a:pt x="1844442" y="5702633"/>
                </a:moveTo>
                <a:cubicBezTo>
                  <a:pt x="1775644" y="5702633"/>
                  <a:pt x="1734339" y="5748516"/>
                  <a:pt x="1734339" y="5821894"/>
                </a:cubicBezTo>
                <a:cubicBezTo>
                  <a:pt x="1734339" y="5895271"/>
                  <a:pt x="1775619" y="5941153"/>
                  <a:pt x="1844442" y="5941153"/>
                </a:cubicBezTo>
                <a:cubicBezTo>
                  <a:pt x="1908664" y="5941153"/>
                  <a:pt x="1938523" y="5904452"/>
                  <a:pt x="1943102" y="5863172"/>
                </a:cubicBezTo>
                <a:lnTo>
                  <a:pt x="1938523" y="5858595"/>
                </a:lnTo>
                <a:lnTo>
                  <a:pt x="1904060" y="5858595"/>
                </a:lnTo>
                <a:lnTo>
                  <a:pt x="1899482" y="5863172"/>
                </a:lnTo>
                <a:cubicBezTo>
                  <a:pt x="1894903" y="5881510"/>
                  <a:pt x="1881144" y="5899873"/>
                  <a:pt x="1844442" y="5899873"/>
                </a:cubicBezTo>
                <a:cubicBezTo>
                  <a:pt x="1803164" y="5899873"/>
                  <a:pt x="1780222" y="5872354"/>
                  <a:pt x="1780222" y="5821894"/>
                </a:cubicBezTo>
                <a:cubicBezTo>
                  <a:pt x="1780222" y="5771432"/>
                  <a:pt x="1803164" y="5743913"/>
                  <a:pt x="1844442" y="5743913"/>
                </a:cubicBezTo>
                <a:cubicBezTo>
                  <a:pt x="1881144" y="5743913"/>
                  <a:pt x="1894903" y="5762251"/>
                  <a:pt x="1899482" y="5780614"/>
                </a:cubicBezTo>
                <a:lnTo>
                  <a:pt x="1904060" y="5785192"/>
                </a:lnTo>
                <a:lnTo>
                  <a:pt x="1938523" y="5785192"/>
                </a:lnTo>
                <a:lnTo>
                  <a:pt x="1943102" y="5780614"/>
                </a:lnTo>
                <a:cubicBezTo>
                  <a:pt x="1938523" y="5739334"/>
                  <a:pt x="1908638" y="5702633"/>
                  <a:pt x="1844442" y="5702633"/>
                </a:cubicBezTo>
                <a:close/>
                <a:moveTo>
                  <a:pt x="965292" y="5701056"/>
                </a:moveTo>
                <a:lnTo>
                  <a:pt x="960663" y="5705660"/>
                </a:lnTo>
                <a:lnTo>
                  <a:pt x="960663" y="5737808"/>
                </a:lnTo>
                <a:lnTo>
                  <a:pt x="965826" y="5742438"/>
                </a:lnTo>
                <a:lnTo>
                  <a:pt x="1043170" y="5742640"/>
                </a:lnTo>
                <a:lnTo>
                  <a:pt x="1047851" y="5737986"/>
                </a:lnTo>
                <a:lnTo>
                  <a:pt x="1047851" y="5705710"/>
                </a:lnTo>
                <a:lnTo>
                  <a:pt x="1043170" y="5701056"/>
                </a:lnTo>
                <a:close/>
                <a:moveTo>
                  <a:pt x="1133691" y="5700319"/>
                </a:moveTo>
                <a:lnTo>
                  <a:pt x="1129012" y="5704973"/>
                </a:lnTo>
                <a:lnTo>
                  <a:pt x="1129012" y="5737682"/>
                </a:lnTo>
                <a:lnTo>
                  <a:pt x="1133691" y="5742336"/>
                </a:lnTo>
                <a:lnTo>
                  <a:pt x="1177947" y="5742336"/>
                </a:lnTo>
                <a:cubicBezTo>
                  <a:pt x="1209383" y="5742692"/>
                  <a:pt x="1222939" y="5752256"/>
                  <a:pt x="1222939" y="5784276"/>
                </a:cubicBezTo>
                <a:lnTo>
                  <a:pt x="1222939" y="5793611"/>
                </a:lnTo>
                <a:lnTo>
                  <a:pt x="1218260" y="5798266"/>
                </a:lnTo>
                <a:cubicBezTo>
                  <a:pt x="1218260" y="5798266"/>
                  <a:pt x="1199540" y="5793611"/>
                  <a:pt x="1176166" y="5793611"/>
                </a:cubicBezTo>
                <a:cubicBezTo>
                  <a:pt x="1115353" y="5793611"/>
                  <a:pt x="1073260" y="5816935"/>
                  <a:pt x="1073260" y="5868260"/>
                </a:cubicBezTo>
                <a:cubicBezTo>
                  <a:pt x="1073260" y="5914905"/>
                  <a:pt x="1101314" y="5942909"/>
                  <a:pt x="1152767" y="5942909"/>
                </a:cubicBezTo>
                <a:cubicBezTo>
                  <a:pt x="1199540" y="5942909"/>
                  <a:pt x="1218260" y="5914931"/>
                  <a:pt x="1218260" y="5914931"/>
                </a:cubicBezTo>
                <a:lnTo>
                  <a:pt x="1222939" y="5914931"/>
                </a:lnTo>
                <a:lnTo>
                  <a:pt x="1227619" y="5933600"/>
                </a:lnTo>
                <a:lnTo>
                  <a:pt x="1232299" y="5938280"/>
                </a:lnTo>
                <a:lnTo>
                  <a:pt x="1265032" y="5938280"/>
                </a:lnTo>
                <a:lnTo>
                  <a:pt x="1269713" y="5933600"/>
                </a:lnTo>
                <a:lnTo>
                  <a:pt x="1269713" y="5802971"/>
                </a:lnTo>
                <a:cubicBezTo>
                  <a:pt x="1269713" y="5733816"/>
                  <a:pt x="1246872" y="5701133"/>
                  <a:pt x="1178710" y="5700345"/>
                </a:cubicBezTo>
                <a:lnTo>
                  <a:pt x="1178659" y="5700319"/>
                </a:lnTo>
                <a:close/>
                <a:moveTo>
                  <a:pt x="1338383" y="5654538"/>
                </a:moveTo>
                <a:lnTo>
                  <a:pt x="1333754" y="5659142"/>
                </a:lnTo>
                <a:cubicBezTo>
                  <a:pt x="1333754" y="5659142"/>
                  <a:pt x="1333831" y="5890718"/>
                  <a:pt x="1333882" y="5892168"/>
                </a:cubicBezTo>
                <a:lnTo>
                  <a:pt x="1338383" y="5896669"/>
                </a:lnTo>
                <a:lnTo>
                  <a:pt x="1375338" y="5896669"/>
                </a:lnTo>
                <a:lnTo>
                  <a:pt x="1380019" y="5891965"/>
                </a:lnTo>
                <a:lnTo>
                  <a:pt x="1379942" y="5747220"/>
                </a:lnTo>
                <a:lnTo>
                  <a:pt x="1384571" y="5742590"/>
                </a:lnTo>
                <a:lnTo>
                  <a:pt x="1435363" y="5742590"/>
                </a:lnTo>
                <a:lnTo>
                  <a:pt x="1439966" y="5737988"/>
                </a:lnTo>
                <a:lnTo>
                  <a:pt x="1439966" y="5705660"/>
                </a:lnTo>
                <a:lnTo>
                  <a:pt x="1435338" y="5701057"/>
                </a:lnTo>
                <a:lnTo>
                  <a:pt x="1384545" y="5701057"/>
                </a:lnTo>
                <a:lnTo>
                  <a:pt x="1379917" y="5696453"/>
                </a:lnTo>
                <a:lnTo>
                  <a:pt x="1379917" y="5659142"/>
                </a:lnTo>
                <a:lnTo>
                  <a:pt x="1375313" y="5654538"/>
                </a:lnTo>
                <a:close/>
                <a:moveTo>
                  <a:pt x="513967" y="5654538"/>
                </a:moveTo>
                <a:lnTo>
                  <a:pt x="509338" y="5659142"/>
                </a:lnTo>
                <a:cubicBezTo>
                  <a:pt x="509338" y="5659142"/>
                  <a:pt x="509414" y="5890718"/>
                  <a:pt x="509465" y="5892168"/>
                </a:cubicBezTo>
                <a:lnTo>
                  <a:pt x="513967" y="5896669"/>
                </a:lnTo>
                <a:lnTo>
                  <a:pt x="550922" y="5896669"/>
                </a:lnTo>
                <a:lnTo>
                  <a:pt x="555603" y="5891965"/>
                </a:lnTo>
                <a:lnTo>
                  <a:pt x="555527" y="5747220"/>
                </a:lnTo>
                <a:lnTo>
                  <a:pt x="560155" y="5742590"/>
                </a:lnTo>
                <a:lnTo>
                  <a:pt x="610947" y="5742590"/>
                </a:lnTo>
                <a:lnTo>
                  <a:pt x="615550" y="5737988"/>
                </a:lnTo>
                <a:lnTo>
                  <a:pt x="615550" y="5705660"/>
                </a:lnTo>
                <a:lnTo>
                  <a:pt x="610922" y="5701057"/>
                </a:lnTo>
                <a:lnTo>
                  <a:pt x="560129" y="5701057"/>
                </a:lnTo>
                <a:lnTo>
                  <a:pt x="555501" y="5696453"/>
                </a:lnTo>
                <a:lnTo>
                  <a:pt x="555501" y="5659142"/>
                </a:lnTo>
                <a:lnTo>
                  <a:pt x="550897" y="5654538"/>
                </a:lnTo>
                <a:close/>
                <a:moveTo>
                  <a:pt x="403736" y="5654538"/>
                </a:moveTo>
                <a:lnTo>
                  <a:pt x="399108" y="5658735"/>
                </a:lnTo>
                <a:lnTo>
                  <a:pt x="399108" y="5696835"/>
                </a:lnTo>
                <a:lnTo>
                  <a:pt x="403381" y="5700701"/>
                </a:lnTo>
                <a:lnTo>
                  <a:pt x="440666" y="5700701"/>
                </a:lnTo>
                <a:lnTo>
                  <a:pt x="445271" y="5696631"/>
                </a:lnTo>
                <a:lnTo>
                  <a:pt x="445271" y="5658735"/>
                </a:lnTo>
                <a:lnTo>
                  <a:pt x="440666" y="5654538"/>
                </a:lnTo>
                <a:close/>
                <a:moveTo>
                  <a:pt x="0" y="0"/>
                </a:moveTo>
                <a:lnTo>
                  <a:pt x="11879263" y="0"/>
                </a:lnTo>
                <a:lnTo>
                  <a:pt x="11879263" y="6335713"/>
                </a:lnTo>
                <a:lnTo>
                  <a:pt x="0" y="6335713"/>
                </a:lnTo>
                <a:close/>
              </a:path>
            </a:pathLst>
          </a:custGeom>
          <a:noFill/>
        </p:spPr>
        <p:txBody>
          <a:bodyPr wrap="square" bIns="864000" anchor="ctr" anchorCtr="1">
            <a:noAutofit/>
          </a:bodyPr>
          <a:lstStyle>
            <a:lvl1pPr marL="0" indent="0" algn="ctr">
              <a:lnSpc>
                <a:spcPct val="100000"/>
              </a:lnSpc>
              <a:spcBef>
                <a:spcPts val="0"/>
              </a:spcBef>
              <a:buNone/>
              <a:defRPr sz="1000" b="0">
                <a:solidFill>
                  <a:sysClr val="windowText" lastClr="000000"/>
                </a:solidFill>
              </a:defRPr>
            </a:lvl1pPr>
            <a:lvl2pPr algn="ctr">
              <a:defRPr sz="1000"/>
            </a:lvl2pPr>
          </a:lstStyle>
          <a:p>
            <a:pPr lvl="0"/>
            <a:r>
              <a:rPr lang="de-DE" dirty="0"/>
              <a:t>Bild durch Klick</a:t>
            </a:r>
            <a:br>
              <a:rPr lang="de-DE" dirty="0"/>
            </a:br>
            <a:r>
              <a:rPr lang="de-DE" dirty="0"/>
              <a:t>auf Icon einfügen.</a:t>
            </a:r>
          </a:p>
        </p:txBody>
      </p:sp>
      <p:sp>
        <p:nvSpPr>
          <p:cNvPr id="13" name="Textplatzhalter 8">
            <a:extLst>
              <a:ext uri="{FF2B5EF4-FFF2-40B4-BE49-F238E27FC236}">
                <a16:creationId xmlns:a16="http://schemas.microsoft.com/office/drawing/2014/main" id="{25AA0E0E-ADBD-4F38-9014-E9519D4D206B}"/>
              </a:ext>
            </a:extLst>
          </p:cNvPr>
          <p:cNvSpPr>
            <a:spLocks noGrp="1"/>
          </p:cNvSpPr>
          <p:nvPr>
            <p:ph type="body" sz="quarter" idx="17" hasCustomPrompt="1"/>
          </p:nvPr>
        </p:nvSpPr>
        <p:spPr>
          <a:xfrm>
            <a:off x="11087261" y="5543713"/>
            <a:ext cx="792000" cy="792000"/>
          </a:xfrm>
          <a:solidFill>
            <a:schemeClr val="bg1"/>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4" name="Textplatzhalter 8">
            <a:extLst>
              <a:ext uri="{FF2B5EF4-FFF2-40B4-BE49-F238E27FC236}">
                <a16:creationId xmlns:a16="http://schemas.microsoft.com/office/drawing/2014/main" id="{6F4E0683-A601-4717-AC93-6C09096BA96B}"/>
              </a:ext>
            </a:extLst>
          </p:cNvPr>
          <p:cNvSpPr>
            <a:spLocks noGrp="1"/>
          </p:cNvSpPr>
          <p:nvPr>
            <p:ph type="body" sz="quarter" idx="18" hasCustomPrompt="1"/>
          </p:nvPr>
        </p:nvSpPr>
        <p:spPr>
          <a:xfrm>
            <a:off x="11087261" y="3959713"/>
            <a:ext cx="792000" cy="792000"/>
          </a:xfrm>
          <a:solidFill>
            <a:schemeClr val="accent2"/>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6" name="Textplatzhalter 8">
            <a:extLst>
              <a:ext uri="{FF2B5EF4-FFF2-40B4-BE49-F238E27FC236}">
                <a16:creationId xmlns:a16="http://schemas.microsoft.com/office/drawing/2014/main" id="{98FF28BF-CEE7-4FD3-B88E-A00908756E8B}"/>
              </a:ext>
            </a:extLst>
          </p:cNvPr>
          <p:cNvSpPr>
            <a:spLocks noGrp="1"/>
          </p:cNvSpPr>
          <p:nvPr>
            <p:ph type="body" sz="quarter" idx="19" hasCustomPrompt="1"/>
          </p:nvPr>
        </p:nvSpPr>
        <p:spPr>
          <a:xfrm>
            <a:off x="9503089" y="4751713"/>
            <a:ext cx="792000" cy="792000"/>
          </a:xfrm>
          <a:solidFill>
            <a:schemeClr val="accent3"/>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8" name="Textplatzhalter 8">
            <a:extLst>
              <a:ext uri="{FF2B5EF4-FFF2-40B4-BE49-F238E27FC236}">
                <a16:creationId xmlns:a16="http://schemas.microsoft.com/office/drawing/2014/main" id="{FB24A518-545B-4D87-B118-662CA80F8930}"/>
              </a:ext>
            </a:extLst>
          </p:cNvPr>
          <p:cNvSpPr>
            <a:spLocks noGrp="1"/>
          </p:cNvSpPr>
          <p:nvPr>
            <p:ph type="body" sz="quarter" idx="20" hasCustomPrompt="1"/>
          </p:nvPr>
        </p:nvSpPr>
        <p:spPr>
          <a:xfrm>
            <a:off x="10295002" y="4751713"/>
            <a:ext cx="792000" cy="792000"/>
          </a:xfrm>
          <a:solidFill>
            <a:schemeClr val="accent3"/>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9" name="Textplatzhalter 8">
            <a:extLst>
              <a:ext uri="{FF2B5EF4-FFF2-40B4-BE49-F238E27FC236}">
                <a16:creationId xmlns:a16="http://schemas.microsoft.com/office/drawing/2014/main" id="{17DAD7BF-2B9E-46E3-8163-7084421BE553}"/>
              </a:ext>
            </a:extLst>
          </p:cNvPr>
          <p:cNvSpPr>
            <a:spLocks noGrp="1"/>
          </p:cNvSpPr>
          <p:nvPr>
            <p:ph type="body" sz="quarter" idx="21" hasCustomPrompt="1"/>
          </p:nvPr>
        </p:nvSpPr>
        <p:spPr>
          <a:xfrm>
            <a:off x="10295261" y="5543713"/>
            <a:ext cx="792000" cy="792000"/>
          </a:xfrm>
          <a:solidFill>
            <a:schemeClr val="tx1"/>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65" name="Textplatzhalter 8">
            <a:extLst>
              <a:ext uri="{FF2B5EF4-FFF2-40B4-BE49-F238E27FC236}">
                <a16:creationId xmlns:a16="http://schemas.microsoft.com/office/drawing/2014/main" id="{0527E639-2DEF-475B-9418-D05F45BFDCCF}"/>
              </a:ext>
            </a:extLst>
          </p:cNvPr>
          <p:cNvSpPr>
            <a:spLocks noGrp="1"/>
          </p:cNvSpPr>
          <p:nvPr>
            <p:ph type="body" sz="quarter" idx="22" hasCustomPrompt="1"/>
          </p:nvPr>
        </p:nvSpPr>
        <p:spPr>
          <a:xfrm>
            <a:off x="1584170" y="1583713"/>
            <a:ext cx="792000" cy="792000"/>
          </a:xfrm>
          <a:solidFill>
            <a:schemeClr val="accent3"/>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67" name="Textplatzhalter 8">
            <a:extLst>
              <a:ext uri="{FF2B5EF4-FFF2-40B4-BE49-F238E27FC236}">
                <a16:creationId xmlns:a16="http://schemas.microsoft.com/office/drawing/2014/main" id="{4E84579C-568E-4530-885F-39D2CA4F9AC4}"/>
              </a:ext>
            </a:extLst>
          </p:cNvPr>
          <p:cNvSpPr>
            <a:spLocks noGrp="1"/>
          </p:cNvSpPr>
          <p:nvPr>
            <p:ph type="body" sz="quarter" idx="23" hasCustomPrompt="1"/>
          </p:nvPr>
        </p:nvSpPr>
        <p:spPr>
          <a:xfrm>
            <a:off x="792085" y="791713"/>
            <a:ext cx="792000" cy="792000"/>
          </a:xfrm>
          <a:solidFill>
            <a:schemeClr val="accent3"/>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68" name="Textplatzhalter 8">
            <a:extLst>
              <a:ext uri="{FF2B5EF4-FFF2-40B4-BE49-F238E27FC236}">
                <a16:creationId xmlns:a16="http://schemas.microsoft.com/office/drawing/2014/main" id="{7460217A-EE20-4EEB-9DAF-3C51A91ED809}"/>
              </a:ext>
            </a:extLst>
          </p:cNvPr>
          <p:cNvSpPr>
            <a:spLocks noGrp="1"/>
          </p:cNvSpPr>
          <p:nvPr>
            <p:ph type="body" sz="quarter" idx="24" hasCustomPrompt="1"/>
          </p:nvPr>
        </p:nvSpPr>
        <p:spPr>
          <a:xfrm>
            <a:off x="0" y="791713"/>
            <a:ext cx="792000" cy="792000"/>
          </a:xfrm>
          <a:solidFill>
            <a:schemeClr val="accent2"/>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69" name="Textplatzhalter 8">
            <a:extLst>
              <a:ext uri="{FF2B5EF4-FFF2-40B4-BE49-F238E27FC236}">
                <a16:creationId xmlns:a16="http://schemas.microsoft.com/office/drawing/2014/main" id="{B412580A-D4C3-4E48-918C-ABAB0D33BBF8}"/>
              </a:ext>
            </a:extLst>
          </p:cNvPr>
          <p:cNvSpPr>
            <a:spLocks noGrp="1"/>
          </p:cNvSpPr>
          <p:nvPr>
            <p:ph type="body" sz="quarter" idx="25" hasCustomPrompt="1"/>
          </p:nvPr>
        </p:nvSpPr>
        <p:spPr>
          <a:xfrm>
            <a:off x="0" y="0"/>
            <a:ext cx="792000" cy="792000"/>
          </a:xfrm>
          <a:solidFill>
            <a:schemeClr val="bg1"/>
          </a:solidFill>
        </p:spPr>
        <p:txBody>
          <a:bodyPr/>
          <a:lstStyle>
            <a:lvl1pPr>
              <a:defRPr sz="100"/>
            </a:lvl1pPr>
            <a:lvl2pPr>
              <a:defRPr sz="100"/>
            </a:lvl2pPr>
            <a:lvl3pPr>
              <a:defRPr sz="100"/>
            </a:lvl3pPr>
            <a:lvl4pPr>
              <a:defRPr sz="100"/>
            </a:lvl4pPr>
            <a:lvl5pPr>
              <a:defRPr sz="100"/>
            </a:lvl5pPr>
          </a:lstStyle>
          <a:p>
            <a:pPr lvl="0"/>
            <a:r>
              <a:rPr lang="de-DE" dirty="0"/>
              <a:t> </a:t>
            </a:r>
          </a:p>
        </p:txBody>
      </p:sp>
      <p:grpSp>
        <p:nvGrpSpPr>
          <p:cNvPr id="29" name="Gruppieren 28">
            <a:extLst>
              <a:ext uri="{FF2B5EF4-FFF2-40B4-BE49-F238E27FC236}">
                <a16:creationId xmlns:a16="http://schemas.microsoft.com/office/drawing/2014/main" id="{8B0147A9-D0DC-41F4-B943-D77C28A8C755}"/>
              </a:ext>
            </a:extLst>
          </p:cNvPr>
          <p:cNvGrpSpPr/>
          <p:nvPr userDrawn="1"/>
        </p:nvGrpSpPr>
        <p:grpSpPr bwMode="gray">
          <a:xfrm>
            <a:off x="395015" y="-216520"/>
            <a:ext cx="11088960" cy="72000"/>
            <a:chOff x="394680" y="-243408"/>
            <a:chExt cx="11389952" cy="216000"/>
          </a:xfrm>
        </p:grpSpPr>
        <p:cxnSp>
          <p:nvCxnSpPr>
            <p:cNvPr id="30" name="Gerader Verbinder 29">
              <a:extLst>
                <a:ext uri="{FF2B5EF4-FFF2-40B4-BE49-F238E27FC236}">
                  <a16:creationId xmlns:a16="http://schemas.microsoft.com/office/drawing/2014/main" id="{45B87C07-CD3F-45CC-9483-1049ACBF6DC9}"/>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9B610B19-68B0-44D6-9120-B9AFCB9174E6}"/>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15678065-E065-4FC2-BD14-B38FA8696A71}"/>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AC8F198F-730D-4F69-899D-D894728C0390}"/>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7A835253-0409-4365-B481-42D2E03C9E62}"/>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EF5F8F78-C10F-42D5-9F16-54B533255E5A}"/>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F19D0FE5-13F4-4524-B845-DE3949149ED9}"/>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28DA42CF-2C39-4E7A-BEE1-C70B033848A8}"/>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FD4DE3E8-5B5C-40D0-965F-6C46F812756B}"/>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5" name="Gruppieren 24">
            <a:extLst>
              <a:ext uri="{FF2B5EF4-FFF2-40B4-BE49-F238E27FC236}">
                <a16:creationId xmlns:a16="http://schemas.microsoft.com/office/drawing/2014/main" id="{C79B410E-0247-4203-981C-5BA3E358463B}"/>
              </a:ext>
            </a:extLst>
          </p:cNvPr>
          <p:cNvGrpSpPr/>
          <p:nvPr userDrawn="1"/>
        </p:nvGrpSpPr>
        <p:grpSpPr bwMode="gray">
          <a:xfrm>
            <a:off x="-217053" y="1583680"/>
            <a:ext cx="70097" cy="4356484"/>
            <a:chOff x="-456728" y="1583680"/>
            <a:chExt cx="216000" cy="4356484"/>
          </a:xfrm>
        </p:grpSpPr>
        <p:cxnSp>
          <p:nvCxnSpPr>
            <p:cNvPr id="39" name="Gerader Verbinder 38">
              <a:extLst>
                <a:ext uri="{FF2B5EF4-FFF2-40B4-BE49-F238E27FC236}">
                  <a16:creationId xmlns:a16="http://schemas.microsoft.com/office/drawing/2014/main" id="{9248A352-DB37-4A5E-A46B-C78695A350C3}"/>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17296842-5041-458B-AAA2-D66AE015F6D8}"/>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086307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p:ph type="title" hasCustomPrompt="1"/>
          </p:nvPr>
        </p:nvSpPr>
        <p:spPr>
          <a:xfrm>
            <a:off x="395013" y="1007784"/>
            <a:ext cx="8712000" cy="1512000"/>
          </a:xfrm>
        </p:spPr>
        <p:txBody>
          <a:bodyPr/>
          <a:lstStyle>
            <a:lvl1pPr>
              <a:defRPr sz="3600" b="1" spc="0" baseline="0">
                <a:solidFill>
                  <a:schemeClr val="tx2"/>
                </a:solidFill>
              </a:defRPr>
            </a:lvl1pPr>
          </a:lstStyle>
          <a:p>
            <a:r>
              <a:rPr lang="de-DE" dirty="0"/>
              <a:t>Titel der Präsentation</a:t>
            </a:r>
            <a:br>
              <a:rPr lang="de-DE" dirty="0"/>
            </a:br>
            <a:r>
              <a:rPr lang="de-DE" dirty="0"/>
              <a:t>darf auch zweizeilig sein</a:t>
            </a:r>
          </a:p>
        </p:txBody>
      </p:sp>
      <p:sp>
        <p:nvSpPr>
          <p:cNvPr id="15" name="Textplatzhalter 14">
            <a:extLst>
              <a:ext uri="{FF2B5EF4-FFF2-40B4-BE49-F238E27FC236}">
                <a16:creationId xmlns:a16="http://schemas.microsoft.com/office/drawing/2014/main" id="{942FA83A-1852-4C32-85F8-FA1B9D8EEEBF}"/>
              </a:ext>
            </a:extLst>
          </p:cNvPr>
          <p:cNvSpPr>
            <a:spLocks noGrp="1"/>
          </p:cNvSpPr>
          <p:nvPr>
            <p:ph type="body" sz="quarter" idx="13" hasCustomPrompt="1"/>
          </p:nvPr>
        </p:nvSpPr>
        <p:spPr>
          <a:xfrm>
            <a:off x="396725" y="2699908"/>
            <a:ext cx="8712000" cy="936000"/>
          </a:xfrm>
        </p:spPr>
        <p:txBody>
          <a:bodyPr/>
          <a:lstStyle>
            <a:lvl1pPr marL="0" indent="0">
              <a:buFont typeface="Arial" panose="020B0604020202020204" pitchFamily="34" charset="0"/>
              <a:buNone/>
              <a:defRPr sz="1800" b="0">
                <a:solidFill>
                  <a:sysClr val="windowText" lastClr="000000"/>
                </a:solidFill>
              </a:defRPr>
            </a:lvl1pPr>
            <a:lvl2pPr marL="0" indent="0">
              <a:buFont typeface="Arial" panose="020B0604020202020204" pitchFamily="34" charset="0"/>
              <a:buNone/>
              <a:defRPr sz="1800" b="0">
                <a:solidFill>
                  <a:sysClr val="windowText" lastClr="000000"/>
                </a:solidFill>
              </a:defRPr>
            </a:lvl2pPr>
            <a:lvl3pPr marL="0" indent="0">
              <a:buNone/>
              <a:defRPr sz="1800" b="0">
                <a:solidFill>
                  <a:sysClr val="windowText" lastClr="000000"/>
                </a:solidFill>
              </a:defRPr>
            </a:lvl3pPr>
            <a:lvl4pPr marL="0" indent="0">
              <a:buNone/>
              <a:defRPr sz="1800" b="0">
                <a:solidFill>
                  <a:sysClr val="windowText" lastClr="000000"/>
                </a:solidFill>
              </a:defRPr>
            </a:lvl4pPr>
            <a:lvl5pPr marL="0" indent="0">
              <a:buNone/>
              <a:defRPr sz="1800" b="0">
                <a:solidFill>
                  <a:sysClr val="windowText" lastClr="000000"/>
                </a:solidFill>
              </a:defRPr>
            </a:lvl5pPr>
            <a:lvl6pPr marL="0" indent="0">
              <a:buNone/>
              <a:defRPr sz="1800" b="0">
                <a:solidFill>
                  <a:sysClr val="windowText" lastClr="000000"/>
                </a:solidFill>
              </a:defRPr>
            </a:lvl6pPr>
            <a:lvl7pPr marL="0" indent="0">
              <a:buNone/>
              <a:defRPr sz="1800" b="0">
                <a:solidFill>
                  <a:sysClr val="windowText" lastClr="000000"/>
                </a:solidFill>
              </a:defRPr>
            </a:lvl7pPr>
            <a:lvl8pPr marL="0" indent="0">
              <a:buNone/>
              <a:defRPr sz="1800" b="0">
                <a:solidFill>
                  <a:sysClr val="windowText" lastClr="000000"/>
                </a:solidFill>
              </a:defRPr>
            </a:lvl8pPr>
            <a:lvl9pPr marL="0" indent="0">
              <a:buNone/>
              <a:defRPr sz="1800" b="0">
                <a:solidFill>
                  <a:sysClr val="windowText" lastClr="000000"/>
                </a:solidFill>
              </a:defRPr>
            </a:lvl9pPr>
          </a:lstStyle>
          <a:p>
            <a:pPr lvl="0"/>
            <a:r>
              <a:rPr lang="de-DE" dirty="0"/>
              <a:t>Untertitel der Präsentation</a:t>
            </a:r>
          </a:p>
        </p:txBody>
      </p:sp>
      <p:sp>
        <p:nvSpPr>
          <p:cNvPr id="17" name="Textplatzhalter 16">
            <a:extLst>
              <a:ext uri="{FF2B5EF4-FFF2-40B4-BE49-F238E27FC236}">
                <a16:creationId xmlns:a16="http://schemas.microsoft.com/office/drawing/2014/main" id="{3B848A8E-C4AA-4776-8067-C3F67558CA2A}"/>
              </a:ext>
            </a:extLst>
          </p:cNvPr>
          <p:cNvSpPr>
            <a:spLocks noGrp="1"/>
          </p:cNvSpPr>
          <p:nvPr>
            <p:ph type="body" sz="quarter" idx="14" hasCustomPrompt="1"/>
          </p:nvPr>
        </p:nvSpPr>
        <p:spPr>
          <a:xfrm>
            <a:off x="395014" y="5442518"/>
            <a:ext cx="8713711" cy="540000"/>
          </a:xfrm>
        </p:spPr>
        <p:txBody>
          <a:bodyPr anchor="b" anchorCtr="0"/>
          <a:lstStyle>
            <a:lvl1pPr marL="0" indent="0">
              <a:buFont typeface="Arial" panose="020B0604020202020204" pitchFamily="34" charset="0"/>
              <a:buNone/>
              <a:defRPr sz="1400" b="0">
                <a:solidFill>
                  <a:schemeClr val="tx1"/>
                </a:solidFill>
              </a:defRPr>
            </a:lvl1pPr>
            <a:lvl2pPr marL="0" indent="0">
              <a:buFont typeface="Arial" panose="020B0604020202020204" pitchFamily="34" charset="0"/>
              <a:buNone/>
              <a:defRPr sz="1400" b="0">
                <a:solidFill>
                  <a:schemeClr val="tx1"/>
                </a:solidFill>
              </a:defRPr>
            </a:lvl2pPr>
            <a:lvl3pPr marL="0" indent="0">
              <a:buNone/>
              <a:defRPr sz="1400" b="0">
                <a:solidFill>
                  <a:schemeClr val="tx1"/>
                </a:solidFill>
              </a:defRPr>
            </a:lvl3pPr>
            <a:lvl4pPr marL="0" indent="0">
              <a:buNone/>
              <a:defRPr sz="1400" b="0">
                <a:solidFill>
                  <a:schemeClr val="tx1"/>
                </a:solidFill>
              </a:defRPr>
            </a:lvl4pPr>
            <a:lvl5pPr marL="0" indent="0">
              <a:buNone/>
              <a:defRPr sz="1400" b="0">
                <a:solidFill>
                  <a:schemeClr val="tx1"/>
                </a:solidFill>
              </a:defRPr>
            </a:lvl5pPr>
            <a:lvl6pPr marL="0" indent="0">
              <a:buNone/>
              <a:defRPr sz="1400" b="0">
                <a:solidFill>
                  <a:schemeClr val="tx1"/>
                </a:solidFill>
              </a:defRPr>
            </a:lvl6pPr>
            <a:lvl7pPr marL="0" indent="0">
              <a:buNone/>
              <a:defRPr sz="1400" b="0">
                <a:solidFill>
                  <a:schemeClr val="tx1"/>
                </a:solidFill>
              </a:defRPr>
            </a:lvl7pPr>
            <a:lvl8pPr marL="0" indent="0">
              <a:buNone/>
              <a:defRPr sz="1400" b="0">
                <a:solidFill>
                  <a:schemeClr val="tx1"/>
                </a:solidFill>
              </a:defRPr>
            </a:lvl8pPr>
            <a:lvl9pPr marL="0" indent="0">
              <a:buNone/>
              <a:defRPr sz="1400" b="0">
                <a:solidFill>
                  <a:schemeClr val="tx1"/>
                </a:solidFill>
              </a:defRPr>
            </a:lvl9pPr>
          </a:lstStyle>
          <a:p>
            <a:r>
              <a:rPr lang="de-DE" dirty="0"/>
              <a:t>Vor- und Nachname Autor</a:t>
            </a:r>
          </a:p>
          <a:p>
            <a:pPr lvl="0"/>
            <a:r>
              <a:rPr lang="de-DE" dirty="0"/>
              <a:t>TT.MM.JJJJ | Ort</a:t>
            </a:r>
          </a:p>
        </p:txBody>
      </p:sp>
      <p:sp>
        <p:nvSpPr>
          <p:cNvPr id="158" name="Rechteck 157">
            <a:extLst>
              <a:ext uri="{FF2B5EF4-FFF2-40B4-BE49-F238E27FC236}">
                <a16:creationId xmlns:a16="http://schemas.microsoft.com/office/drawing/2014/main" id="{C2D03126-925C-40EC-8310-3178906467B1}"/>
              </a:ext>
            </a:extLst>
          </p:cNvPr>
          <p:cNvSpPr/>
          <p:nvPr userDrawn="1"/>
        </p:nvSpPr>
        <p:spPr bwMode="gray">
          <a:xfrm>
            <a:off x="11087176" y="5543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0" name="Rechteck 159">
            <a:extLst>
              <a:ext uri="{FF2B5EF4-FFF2-40B4-BE49-F238E27FC236}">
                <a16:creationId xmlns:a16="http://schemas.microsoft.com/office/drawing/2014/main" id="{29F9E01F-2219-4CB0-B68E-9CB9BAD685DC}"/>
              </a:ext>
            </a:extLst>
          </p:cNvPr>
          <p:cNvSpPr/>
          <p:nvPr userDrawn="1"/>
        </p:nvSpPr>
        <p:spPr bwMode="gray">
          <a:xfrm>
            <a:off x="11087176" y="3959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2" name="Rechteck 161">
            <a:extLst>
              <a:ext uri="{FF2B5EF4-FFF2-40B4-BE49-F238E27FC236}">
                <a16:creationId xmlns:a16="http://schemas.microsoft.com/office/drawing/2014/main" id="{EF618D3B-6754-4F49-9961-A18D5F08902E}"/>
              </a:ext>
            </a:extLst>
          </p:cNvPr>
          <p:cNvSpPr/>
          <p:nvPr userDrawn="1"/>
        </p:nvSpPr>
        <p:spPr bwMode="gray">
          <a:xfrm>
            <a:off x="9503004" y="3959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4" name="Rechteck 163">
            <a:extLst>
              <a:ext uri="{FF2B5EF4-FFF2-40B4-BE49-F238E27FC236}">
                <a16:creationId xmlns:a16="http://schemas.microsoft.com/office/drawing/2014/main" id="{B3422F05-5790-4345-B3C0-09478627D2B3}"/>
              </a:ext>
            </a:extLst>
          </p:cNvPr>
          <p:cNvSpPr/>
          <p:nvPr userDrawn="1"/>
        </p:nvSpPr>
        <p:spPr bwMode="gray">
          <a:xfrm>
            <a:off x="10295089" y="5543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6" name="Rechteck 165">
            <a:extLst>
              <a:ext uri="{FF2B5EF4-FFF2-40B4-BE49-F238E27FC236}">
                <a16:creationId xmlns:a16="http://schemas.microsoft.com/office/drawing/2014/main" id="{283AD89D-B8EB-44D9-BBE6-AE6040DEE71F}"/>
              </a:ext>
            </a:extLst>
          </p:cNvPr>
          <p:cNvSpPr/>
          <p:nvPr userDrawn="1"/>
        </p:nvSpPr>
        <p:spPr bwMode="gray">
          <a:xfrm>
            <a:off x="10295089"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24" name="Gruppieren 23">
            <a:extLst>
              <a:ext uri="{FF2B5EF4-FFF2-40B4-BE49-F238E27FC236}">
                <a16:creationId xmlns:a16="http://schemas.microsoft.com/office/drawing/2014/main" id="{BEFFC704-D5BE-4AF3-A24D-546A9BC0ED1F}"/>
              </a:ext>
            </a:extLst>
          </p:cNvPr>
          <p:cNvGrpSpPr/>
          <p:nvPr userDrawn="1"/>
        </p:nvGrpSpPr>
        <p:grpSpPr bwMode="gray">
          <a:xfrm>
            <a:off x="-217053" y="1583680"/>
            <a:ext cx="70097" cy="4356484"/>
            <a:chOff x="-456728" y="1583680"/>
            <a:chExt cx="216000" cy="4356484"/>
          </a:xfrm>
        </p:grpSpPr>
        <p:cxnSp>
          <p:nvCxnSpPr>
            <p:cNvPr id="25" name="Gerader Verbinder 24">
              <a:extLst>
                <a:ext uri="{FF2B5EF4-FFF2-40B4-BE49-F238E27FC236}">
                  <a16:creationId xmlns:a16="http://schemas.microsoft.com/office/drawing/2014/main" id="{7D4E03CF-73B9-4666-AE92-6D65D1496FD2}"/>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823F964C-90E3-40BF-B15E-C3A4BA0FA587}"/>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 name="Gruppieren 39">
            <a:extLst>
              <a:ext uri="{FF2B5EF4-FFF2-40B4-BE49-F238E27FC236}">
                <a16:creationId xmlns:a16="http://schemas.microsoft.com/office/drawing/2014/main" id="{D4144705-EEB1-4815-B340-CB8FF320442F}"/>
              </a:ext>
            </a:extLst>
          </p:cNvPr>
          <p:cNvGrpSpPr/>
          <p:nvPr userDrawn="1"/>
        </p:nvGrpSpPr>
        <p:grpSpPr bwMode="gray">
          <a:xfrm>
            <a:off x="395015" y="-216520"/>
            <a:ext cx="11088960" cy="72000"/>
            <a:chOff x="394680" y="-243408"/>
            <a:chExt cx="11389952" cy="216000"/>
          </a:xfrm>
        </p:grpSpPr>
        <p:cxnSp>
          <p:nvCxnSpPr>
            <p:cNvPr id="41" name="Gerader Verbinder 40">
              <a:extLst>
                <a:ext uri="{FF2B5EF4-FFF2-40B4-BE49-F238E27FC236}">
                  <a16:creationId xmlns:a16="http://schemas.microsoft.com/office/drawing/2014/main" id="{5AAEDB59-0E92-41AF-BB0F-D9542C4A43D8}"/>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B8021FF5-796A-43F3-9086-838605FF1D30}"/>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6A406CBE-5D69-40EA-A6DA-CA62F46E3395}"/>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2D20720B-1CAD-4151-BC76-60977B149893}"/>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9170AE4F-BD0D-42D0-AFC1-6FDD6722F281}"/>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423A29F4-6498-4603-B196-33F709FE053D}"/>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Gerader Verbinder 46">
              <a:extLst>
                <a:ext uri="{FF2B5EF4-FFF2-40B4-BE49-F238E27FC236}">
                  <a16:creationId xmlns:a16="http://schemas.microsoft.com/office/drawing/2014/main" id="{C8EBDF72-18D9-40B5-90B1-1AC817C4FE5F}"/>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Gerader Verbinder 47">
              <a:extLst>
                <a:ext uri="{FF2B5EF4-FFF2-40B4-BE49-F238E27FC236}">
                  <a16:creationId xmlns:a16="http://schemas.microsoft.com/office/drawing/2014/main" id="{274CDFC0-DF83-4892-A55B-68B1B349CEE7}"/>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Gerader Verbinder 48">
              <a:extLst>
                <a:ext uri="{FF2B5EF4-FFF2-40B4-BE49-F238E27FC236}">
                  <a16:creationId xmlns:a16="http://schemas.microsoft.com/office/drawing/2014/main" id="{39607B0E-7377-4260-81BD-D54FA1A7F067}"/>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276871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 | schwarz">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761A5CD0-B5CB-4D87-837D-06064B06A225}"/>
              </a:ext>
            </a:extLst>
          </p:cNvPr>
          <p:cNvSpPr/>
          <p:nvPr userDrawn="1"/>
        </p:nvSpPr>
        <p:spPr bwMode="ltGray">
          <a:xfrm>
            <a:off x="0" y="0"/>
            <a:ext cx="11879261" cy="633571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20000"/>
              </a:lnSpc>
              <a:spcBef>
                <a:spcPts val="600"/>
              </a:spcBef>
            </a:pPr>
            <a:endParaRPr lang="de-DE" sz="1200" dirty="0">
              <a:solidFill>
                <a:schemeClr val="tx1"/>
              </a:solidFill>
            </a:endParaRPr>
          </a:p>
        </p:txBody>
      </p:sp>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p:ph type="title" hasCustomPrompt="1"/>
          </p:nvPr>
        </p:nvSpPr>
        <p:spPr bwMode="white">
          <a:xfrm>
            <a:off x="395014" y="1007784"/>
            <a:ext cx="8712000" cy="1512000"/>
          </a:xfrm>
        </p:spPr>
        <p:txBody>
          <a:bodyPr/>
          <a:lstStyle>
            <a:lvl1pPr>
              <a:defRPr sz="3600" b="1" spc="0" baseline="0">
                <a:solidFill>
                  <a:schemeClr val="bg1"/>
                </a:solidFill>
              </a:defRPr>
            </a:lvl1pPr>
          </a:lstStyle>
          <a:p>
            <a:r>
              <a:rPr lang="de-DE" dirty="0"/>
              <a:t>Titel der Präsentation</a:t>
            </a:r>
            <a:br>
              <a:rPr lang="de-DE" dirty="0"/>
            </a:br>
            <a:r>
              <a:rPr lang="de-DE" dirty="0"/>
              <a:t>darf auch zweizeilig sein</a:t>
            </a:r>
          </a:p>
        </p:txBody>
      </p:sp>
      <p:sp>
        <p:nvSpPr>
          <p:cNvPr id="15" name="Textplatzhalter 14">
            <a:extLst>
              <a:ext uri="{FF2B5EF4-FFF2-40B4-BE49-F238E27FC236}">
                <a16:creationId xmlns:a16="http://schemas.microsoft.com/office/drawing/2014/main" id="{942FA83A-1852-4C32-85F8-FA1B9D8EEEBF}"/>
              </a:ext>
            </a:extLst>
          </p:cNvPr>
          <p:cNvSpPr>
            <a:spLocks noGrp="1"/>
          </p:cNvSpPr>
          <p:nvPr>
            <p:ph type="body" sz="quarter" idx="13" hasCustomPrompt="1"/>
          </p:nvPr>
        </p:nvSpPr>
        <p:spPr bwMode="white">
          <a:xfrm>
            <a:off x="396727" y="2699908"/>
            <a:ext cx="8712000" cy="936000"/>
          </a:xfrm>
        </p:spPr>
        <p:txBody>
          <a:bodyPr/>
          <a:lstStyle>
            <a:lvl1pPr marL="0" indent="0">
              <a:buFont typeface="Arial" panose="020B0604020202020204" pitchFamily="34" charset="0"/>
              <a:buNone/>
              <a:defRPr sz="1800" b="0">
                <a:solidFill>
                  <a:schemeClr val="bg1"/>
                </a:solidFill>
              </a:defRPr>
            </a:lvl1pPr>
            <a:lvl2pPr marL="0" indent="0">
              <a:buFont typeface="Arial" panose="020B0604020202020204" pitchFamily="34" charset="0"/>
              <a:buNone/>
              <a:defRPr sz="1800" b="0">
                <a:solidFill>
                  <a:schemeClr val="bg1"/>
                </a:solidFill>
              </a:defRPr>
            </a:lvl2pPr>
            <a:lvl3pPr marL="0" indent="0">
              <a:buNone/>
              <a:defRPr sz="1800" b="0">
                <a:solidFill>
                  <a:schemeClr val="bg1"/>
                </a:solidFill>
              </a:defRPr>
            </a:lvl3pPr>
            <a:lvl4pPr marL="0" indent="0">
              <a:buNone/>
              <a:defRPr sz="1800" b="0">
                <a:solidFill>
                  <a:schemeClr val="bg1"/>
                </a:solidFill>
              </a:defRPr>
            </a:lvl4pPr>
            <a:lvl5pPr marL="0" indent="0">
              <a:buNone/>
              <a:defRPr sz="1800" b="0">
                <a:solidFill>
                  <a:schemeClr val="bg1"/>
                </a:solidFill>
              </a:defRPr>
            </a:lvl5pPr>
            <a:lvl6pPr marL="0" indent="0">
              <a:buNone/>
              <a:defRPr sz="1800" b="0">
                <a:solidFill>
                  <a:schemeClr val="bg1"/>
                </a:solidFill>
              </a:defRPr>
            </a:lvl6pPr>
            <a:lvl7pPr marL="0" indent="0">
              <a:buNone/>
              <a:defRPr sz="1800" b="0">
                <a:solidFill>
                  <a:schemeClr val="bg1"/>
                </a:solidFill>
              </a:defRPr>
            </a:lvl7pPr>
            <a:lvl8pPr marL="0" indent="0">
              <a:buNone/>
              <a:defRPr sz="1800" b="0">
                <a:solidFill>
                  <a:schemeClr val="bg1"/>
                </a:solidFill>
              </a:defRPr>
            </a:lvl8pPr>
            <a:lvl9pPr marL="0" indent="0">
              <a:buNone/>
              <a:defRPr sz="1800" b="0">
                <a:solidFill>
                  <a:schemeClr val="bg1"/>
                </a:solidFill>
              </a:defRPr>
            </a:lvl9pPr>
          </a:lstStyle>
          <a:p>
            <a:pPr lvl="0"/>
            <a:r>
              <a:rPr lang="de-DE" dirty="0"/>
              <a:t>Untertitel der Präsentation</a:t>
            </a:r>
          </a:p>
        </p:txBody>
      </p:sp>
      <p:sp>
        <p:nvSpPr>
          <p:cNvPr id="17" name="Textplatzhalter 16">
            <a:extLst>
              <a:ext uri="{FF2B5EF4-FFF2-40B4-BE49-F238E27FC236}">
                <a16:creationId xmlns:a16="http://schemas.microsoft.com/office/drawing/2014/main" id="{3B848A8E-C4AA-4776-8067-C3F67558CA2A}"/>
              </a:ext>
            </a:extLst>
          </p:cNvPr>
          <p:cNvSpPr>
            <a:spLocks noGrp="1"/>
          </p:cNvSpPr>
          <p:nvPr>
            <p:ph type="body" sz="quarter" idx="14" hasCustomPrompt="1"/>
          </p:nvPr>
        </p:nvSpPr>
        <p:spPr bwMode="white">
          <a:xfrm>
            <a:off x="395014" y="5443200"/>
            <a:ext cx="8063615" cy="540000"/>
          </a:xfrm>
        </p:spPr>
        <p:txBody>
          <a:bodyPr anchor="b" anchorCtr="0"/>
          <a:lstStyle>
            <a:lvl1pPr marL="0" indent="0">
              <a:buFont typeface="Arial" panose="020B0604020202020204" pitchFamily="34" charset="0"/>
              <a:buNone/>
              <a:defRPr sz="1400" b="0">
                <a:solidFill>
                  <a:schemeClr val="bg1"/>
                </a:solidFill>
              </a:defRPr>
            </a:lvl1pPr>
            <a:lvl2pPr marL="0" indent="0">
              <a:buFont typeface="Arial" panose="020B0604020202020204" pitchFamily="34" charset="0"/>
              <a:buNone/>
              <a:defRPr sz="1400" b="0">
                <a:solidFill>
                  <a:schemeClr val="bg1"/>
                </a:solidFill>
              </a:defRPr>
            </a:lvl2pPr>
            <a:lvl3pPr marL="0" indent="0">
              <a:buNone/>
              <a:defRPr sz="1400" b="0">
                <a:solidFill>
                  <a:schemeClr val="bg1"/>
                </a:solidFill>
              </a:defRPr>
            </a:lvl3pPr>
            <a:lvl4pPr marL="0" indent="0">
              <a:buNone/>
              <a:defRPr sz="1400" b="0">
                <a:solidFill>
                  <a:schemeClr val="bg1"/>
                </a:solidFill>
              </a:defRPr>
            </a:lvl4pPr>
            <a:lvl5pPr marL="0" indent="0">
              <a:buNone/>
              <a:defRPr sz="1400" b="0">
                <a:solidFill>
                  <a:schemeClr val="bg1"/>
                </a:solidFill>
              </a:defRPr>
            </a:lvl5pPr>
            <a:lvl6pPr marL="0" indent="0">
              <a:buNone/>
              <a:defRPr sz="1400" b="0">
                <a:solidFill>
                  <a:schemeClr val="bg1"/>
                </a:solidFill>
              </a:defRPr>
            </a:lvl6pPr>
            <a:lvl7pPr marL="0" indent="0">
              <a:buNone/>
              <a:defRPr sz="1400" b="0">
                <a:solidFill>
                  <a:schemeClr val="bg1"/>
                </a:solidFill>
              </a:defRPr>
            </a:lvl7pPr>
            <a:lvl8pPr marL="0" indent="0">
              <a:buNone/>
              <a:defRPr sz="1400" b="0">
                <a:solidFill>
                  <a:schemeClr val="bg1"/>
                </a:solidFill>
              </a:defRPr>
            </a:lvl8pPr>
            <a:lvl9pPr marL="0" indent="0">
              <a:buNone/>
              <a:defRPr sz="1400" b="0">
                <a:solidFill>
                  <a:schemeClr val="bg1"/>
                </a:solidFill>
              </a:defRPr>
            </a:lvl9pPr>
          </a:lstStyle>
          <a:p>
            <a:r>
              <a:rPr lang="de-DE" dirty="0"/>
              <a:t>Vor- und Nachname Autor</a:t>
            </a:r>
          </a:p>
          <a:p>
            <a:pPr lvl="0"/>
            <a:r>
              <a:rPr lang="de-DE" dirty="0"/>
              <a:t>TT.MM.JJJJ | Ort</a:t>
            </a:r>
          </a:p>
        </p:txBody>
      </p:sp>
      <p:sp>
        <p:nvSpPr>
          <p:cNvPr id="158" name="Rechteck 157">
            <a:extLst>
              <a:ext uri="{FF2B5EF4-FFF2-40B4-BE49-F238E27FC236}">
                <a16:creationId xmlns:a16="http://schemas.microsoft.com/office/drawing/2014/main" id="{C2D03126-925C-40EC-8310-3178906467B1}"/>
              </a:ext>
            </a:extLst>
          </p:cNvPr>
          <p:cNvSpPr/>
          <p:nvPr userDrawn="1"/>
        </p:nvSpPr>
        <p:spPr bwMode="gray">
          <a:xfrm>
            <a:off x="11087176" y="5543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0" name="Rechteck 159">
            <a:extLst>
              <a:ext uri="{FF2B5EF4-FFF2-40B4-BE49-F238E27FC236}">
                <a16:creationId xmlns:a16="http://schemas.microsoft.com/office/drawing/2014/main" id="{29F9E01F-2219-4CB0-B68E-9CB9BAD685DC}"/>
              </a:ext>
            </a:extLst>
          </p:cNvPr>
          <p:cNvSpPr/>
          <p:nvPr userDrawn="1"/>
        </p:nvSpPr>
        <p:spPr bwMode="gray">
          <a:xfrm>
            <a:off x="11087176" y="3959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2" name="Rechteck 161">
            <a:extLst>
              <a:ext uri="{FF2B5EF4-FFF2-40B4-BE49-F238E27FC236}">
                <a16:creationId xmlns:a16="http://schemas.microsoft.com/office/drawing/2014/main" id="{EF618D3B-6754-4F49-9961-A18D5F08902E}"/>
              </a:ext>
            </a:extLst>
          </p:cNvPr>
          <p:cNvSpPr/>
          <p:nvPr userDrawn="1"/>
        </p:nvSpPr>
        <p:spPr bwMode="gray">
          <a:xfrm>
            <a:off x="9503004" y="3959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4" name="Rechteck 163">
            <a:extLst>
              <a:ext uri="{FF2B5EF4-FFF2-40B4-BE49-F238E27FC236}">
                <a16:creationId xmlns:a16="http://schemas.microsoft.com/office/drawing/2014/main" id="{B3422F05-5790-4345-B3C0-09478627D2B3}"/>
              </a:ext>
            </a:extLst>
          </p:cNvPr>
          <p:cNvSpPr/>
          <p:nvPr userDrawn="1"/>
        </p:nvSpPr>
        <p:spPr bwMode="gray">
          <a:xfrm>
            <a:off x="10295089" y="5543713"/>
            <a:ext cx="792085" cy="792000"/>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6" name="Rechteck 165">
            <a:extLst>
              <a:ext uri="{FF2B5EF4-FFF2-40B4-BE49-F238E27FC236}">
                <a16:creationId xmlns:a16="http://schemas.microsoft.com/office/drawing/2014/main" id="{283AD89D-B8EB-44D9-BBE6-AE6040DEE71F}"/>
              </a:ext>
            </a:extLst>
          </p:cNvPr>
          <p:cNvSpPr/>
          <p:nvPr userDrawn="1"/>
        </p:nvSpPr>
        <p:spPr bwMode="gray">
          <a:xfrm>
            <a:off x="10295089"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41" name="Gruppieren 40">
            <a:extLst>
              <a:ext uri="{FF2B5EF4-FFF2-40B4-BE49-F238E27FC236}">
                <a16:creationId xmlns:a16="http://schemas.microsoft.com/office/drawing/2014/main" id="{ADC5312D-50B4-477C-8EAB-F7E1F0FE5B7E}"/>
              </a:ext>
            </a:extLst>
          </p:cNvPr>
          <p:cNvGrpSpPr/>
          <p:nvPr userDrawn="1"/>
        </p:nvGrpSpPr>
        <p:grpSpPr bwMode="gray">
          <a:xfrm>
            <a:off x="395015" y="-216520"/>
            <a:ext cx="11088960" cy="72000"/>
            <a:chOff x="394680" y="-243408"/>
            <a:chExt cx="11389952" cy="216000"/>
          </a:xfrm>
        </p:grpSpPr>
        <p:cxnSp>
          <p:nvCxnSpPr>
            <p:cNvPr id="42" name="Gerader Verbinder 41">
              <a:extLst>
                <a:ext uri="{FF2B5EF4-FFF2-40B4-BE49-F238E27FC236}">
                  <a16:creationId xmlns:a16="http://schemas.microsoft.com/office/drawing/2014/main" id="{06259525-5BD4-4F90-ABCE-D18928784158}"/>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Gerader Verbinder 42">
              <a:extLst>
                <a:ext uri="{FF2B5EF4-FFF2-40B4-BE49-F238E27FC236}">
                  <a16:creationId xmlns:a16="http://schemas.microsoft.com/office/drawing/2014/main" id="{197DCC31-CA5D-493A-A842-33259D110BDC}"/>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FC9A9B67-0838-4FD4-8C51-9E2146656E3C}"/>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242E6FFB-5C1B-452B-B9FF-C32F7EB3F825}"/>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E86F18A1-965D-4883-AB15-7A8A9D9E8D6A}"/>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Gerader Verbinder 46">
              <a:extLst>
                <a:ext uri="{FF2B5EF4-FFF2-40B4-BE49-F238E27FC236}">
                  <a16:creationId xmlns:a16="http://schemas.microsoft.com/office/drawing/2014/main" id="{3EB9F0E8-8299-446B-AEB2-C1E3995C2010}"/>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Gerader Verbinder 47">
              <a:extLst>
                <a:ext uri="{FF2B5EF4-FFF2-40B4-BE49-F238E27FC236}">
                  <a16:creationId xmlns:a16="http://schemas.microsoft.com/office/drawing/2014/main" id="{366F9EC9-3584-4B2A-831C-C69DBEEFBD5A}"/>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Gerader Verbinder 48">
              <a:extLst>
                <a:ext uri="{FF2B5EF4-FFF2-40B4-BE49-F238E27FC236}">
                  <a16:creationId xmlns:a16="http://schemas.microsoft.com/office/drawing/2014/main" id="{5E574229-3ADA-4558-A75D-6A16A92BB915}"/>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Gerader Verbinder 49">
              <a:extLst>
                <a:ext uri="{FF2B5EF4-FFF2-40B4-BE49-F238E27FC236}">
                  <a16:creationId xmlns:a16="http://schemas.microsoft.com/office/drawing/2014/main" id="{E3F36118-0329-4EA1-AE0D-B0829B20F2EA}"/>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Gruppieren 26">
            <a:extLst>
              <a:ext uri="{FF2B5EF4-FFF2-40B4-BE49-F238E27FC236}">
                <a16:creationId xmlns:a16="http://schemas.microsoft.com/office/drawing/2014/main" id="{4D944FF5-A0F9-45AF-8280-9612C974884D}"/>
              </a:ext>
            </a:extLst>
          </p:cNvPr>
          <p:cNvGrpSpPr/>
          <p:nvPr userDrawn="1"/>
        </p:nvGrpSpPr>
        <p:grpSpPr bwMode="gray">
          <a:xfrm>
            <a:off x="-217053" y="1583680"/>
            <a:ext cx="70097" cy="4356484"/>
            <a:chOff x="-456728" y="1583680"/>
            <a:chExt cx="216000" cy="4356484"/>
          </a:xfrm>
        </p:grpSpPr>
        <p:cxnSp>
          <p:nvCxnSpPr>
            <p:cNvPr id="28" name="Gerader Verbinder 27">
              <a:extLst>
                <a:ext uri="{FF2B5EF4-FFF2-40B4-BE49-F238E27FC236}">
                  <a16:creationId xmlns:a16="http://schemas.microsoft.com/office/drawing/2014/main" id="{169CD59A-9AF9-4A76-8C2D-C4D1C037105E}"/>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9BDFB9C8-B51A-4297-9FE9-39C5E5964B92}"/>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894319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 mit Bild | V1">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5651713"/>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p:ph type="title" hasCustomPrompt="1"/>
          </p:nvPr>
        </p:nvSpPr>
        <p:spPr>
          <a:xfrm>
            <a:off x="395015" y="1007784"/>
            <a:ext cx="3958539" cy="1512000"/>
          </a:xfrm>
        </p:spPr>
        <p:txBody>
          <a:bodyPr/>
          <a:lstStyle>
            <a:lvl1pPr>
              <a:defRPr sz="3600" b="1" spc="0" baseline="0">
                <a:solidFill>
                  <a:sysClr val="windowText" lastClr="000000"/>
                </a:solidFill>
              </a:defRPr>
            </a:lvl1pPr>
          </a:lstStyle>
          <a:p>
            <a:r>
              <a:rPr lang="de-DE" dirty="0"/>
              <a:t>Titel der Präsentation</a:t>
            </a:r>
          </a:p>
        </p:txBody>
      </p:sp>
      <p:sp>
        <p:nvSpPr>
          <p:cNvPr id="15" name="Textplatzhalter 14">
            <a:extLst>
              <a:ext uri="{FF2B5EF4-FFF2-40B4-BE49-F238E27FC236}">
                <a16:creationId xmlns:a16="http://schemas.microsoft.com/office/drawing/2014/main" id="{942FA83A-1852-4C32-85F8-FA1B9D8EEEBF}"/>
              </a:ext>
            </a:extLst>
          </p:cNvPr>
          <p:cNvSpPr>
            <a:spLocks noGrp="1"/>
          </p:cNvSpPr>
          <p:nvPr>
            <p:ph type="body" sz="quarter" idx="13" hasCustomPrompt="1"/>
          </p:nvPr>
        </p:nvSpPr>
        <p:spPr>
          <a:xfrm>
            <a:off x="396727" y="2699908"/>
            <a:ext cx="3958728" cy="936000"/>
          </a:xfrm>
        </p:spPr>
        <p:txBody>
          <a:bodyPr/>
          <a:lstStyle>
            <a:lvl1pPr marL="0" indent="0">
              <a:buFont typeface="Arial" panose="020B0604020202020204" pitchFamily="34" charset="0"/>
              <a:buNone/>
              <a:defRPr sz="1800" b="0">
                <a:solidFill>
                  <a:sysClr val="windowText" lastClr="000000"/>
                </a:solidFill>
              </a:defRPr>
            </a:lvl1pPr>
            <a:lvl2pPr marL="0" indent="0">
              <a:buFont typeface="Arial" panose="020B0604020202020204" pitchFamily="34" charset="0"/>
              <a:buNone/>
              <a:defRPr sz="1800" b="0">
                <a:solidFill>
                  <a:sysClr val="windowText" lastClr="000000"/>
                </a:solidFill>
              </a:defRPr>
            </a:lvl2pPr>
            <a:lvl3pPr marL="0" indent="0">
              <a:buNone/>
              <a:defRPr sz="1800" b="0">
                <a:solidFill>
                  <a:sysClr val="windowText" lastClr="000000"/>
                </a:solidFill>
              </a:defRPr>
            </a:lvl3pPr>
            <a:lvl4pPr marL="0" indent="0">
              <a:buNone/>
              <a:defRPr sz="1800" b="0">
                <a:solidFill>
                  <a:sysClr val="windowText" lastClr="000000"/>
                </a:solidFill>
              </a:defRPr>
            </a:lvl4pPr>
            <a:lvl5pPr marL="0" indent="0">
              <a:buNone/>
              <a:defRPr sz="1800" b="0">
                <a:solidFill>
                  <a:sysClr val="windowText" lastClr="000000"/>
                </a:solidFill>
              </a:defRPr>
            </a:lvl5pPr>
            <a:lvl6pPr marL="0" indent="0">
              <a:buNone/>
              <a:defRPr sz="1800" b="0">
                <a:solidFill>
                  <a:sysClr val="windowText" lastClr="000000"/>
                </a:solidFill>
              </a:defRPr>
            </a:lvl6pPr>
            <a:lvl7pPr marL="0" indent="0">
              <a:buNone/>
              <a:defRPr sz="1800" b="0">
                <a:solidFill>
                  <a:sysClr val="windowText" lastClr="000000"/>
                </a:solidFill>
              </a:defRPr>
            </a:lvl7pPr>
            <a:lvl8pPr marL="0" indent="0">
              <a:buNone/>
              <a:defRPr sz="1800" b="0">
                <a:solidFill>
                  <a:sysClr val="windowText" lastClr="000000"/>
                </a:solidFill>
              </a:defRPr>
            </a:lvl8pPr>
            <a:lvl9pPr marL="0" indent="0">
              <a:buNone/>
              <a:defRPr sz="1800" b="0">
                <a:solidFill>
                  <a:sysClr val="windowText" lastClr="000000"/>
                </a:solidFill>
              </a:defRPr>
            </a:lvl9pPr>
          </a:lstStyle>
          <a:p>
            <a:pPr lvl="0"/>
            <a:r>
              <a:rPr lang="de-DE" dirty="0"/>
              <a:t>Untertitel der Präsentation</a:t>
            </a:r>
          </a:p>
        </p:txBody>
      </p:sp>
      <p:sp>
        <p:nvSpPr>
          <p:cNvPr id="167" name="Bildplatzhalter 166">
            <a:extLst>
              <a:ext uri="{FF2B5EF4-FFF2-40B4-BE49-F238E27FC236}">
                <a16:creationId xmlns:a16="http://schemas.microsoft.com/office/drawing/2014/main" id="{28AF84DA-6B48-4D2C-8729-617F179EAA26}"/>
              </a:ext>
            </a:extLst>
          </p:cNvPr>
          <p:cNvSpPr>
            <a:spLocks noGrp="1"/>
          </p:cNvSpPr>
          <p:nvPr>
            <p:ph type="pic" sz="quarter" idx="15" hasCustomPrompt="1"/>
          </p:nvPr>
        </p:nvSpPr>
        <p:spPr>
          <a:xfrm>
            <a:off x="4751503" y="792163"/>
            <a:ext cx="7127760" cy="3959549"/>
          </a:xfrm>
          <a:custGeom>
            <a:avLst/>
            <a:gdLst>
              <a:gd name="connsiteX0" fmla="*/ 0 w 7127760"/>
              <a:gd name="connsiteY0" fmla="*/ 0 h 3959549"/>
              <a:gd name="connsiteX1" fmla="*/ 6335756 w 7127760"/>
              <a:gd name="connsiteY1" fmla="*/ 0 h 3959549"/>
              <a:gd name="connsiteX2" fmla="*/ 6335756 w 7127760"/>
              <a:gd name="connsiteY2" fmla="*/ 791837 h 3959549"/>
              <a:gd name="connsiteX3" fmla="*/ 7127760 w 7127760"/>
              <a:gd name="connsiteY3" fmla="*/ 791837 h 3959549"/>
              <a:gd name="connsiteX4" fmla="*/ 7127760 w 7127760"/>
              <a:gd name="connsiteY4" fmla="*/ 3959549 h 3959549"/>
              <a:gd name="connsiteX5" fmla="*/ 0 w 7127760"/>
              <a:gd name="connsiteY5" fmla="*/ 3959549 h 3959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127760" h="3959549">
                <a:moveTo>
                  <a:pt x="0" y="0"/>
                </a:moveTo>
                <a:lnTo>
                  <a:pt x="6335756" y="0"/>
                </a:lnTo>
                <a:lnTo>
                  <a:pt x="6335756" y="791837"/>
                </a:lnTo>
                <a:lnTo>
                  <a:pt x="7127760" y="791837"/>
                </a:lnTo>
                <a:lnTo>
                  <a:pt x="7127760" y="3959549"/>
                </a:lnTo>
                <a:lnTo>
                  <a:pt x="0" y="3959549"/>
                </a:lnTo>
                <a:close/>
              </a:path>
            </a:pathLst>
          </a:custGeom>
          <a:noFill/>
        </p:spPr>
        <p:txBody>
          <a:bodyPr wrap="square" bIns="864000" anchor="ctr" anchorCtr="1">
            <a:noAutofit/>
          </a:bodyPr>
          <a:lstStyle>
            <a:lvl1pPr marL="0" indent="0" algn="ctr">
              <a:lnSpc>
                <a:spcPct val="100000"/>
              </a:lnSpc>
              <a:spcBef>
                <a:spcPts val="0"/>
              </a:spcBef>
              <a:buNone/>
              <a:defRPr sz="1000" b="0">
                <a:solidFill>
                  <a:sysClr val="windowText" lastClr="000000"/>
                </a:solidFill>
              </a:defRPr>
            </a:lvl1pPr>
            <a:lvl2pPr algn="ctr">
              <a:defRPr sz="1000"/>
            </a:lvl2pPr>
          </a:lstStyle>
          <a:p>
            <a:pPr lvl="0"/>
            <a:r>
              <a:rPr lang="de-DE" dirty="0"/>
              <a:t>Bild durch Klick</a:t>
            </a:r>
            <a:br>
              <a:rPr lang="de-DE" dirty="0"/>
            </a:br>
            <a:r>
              <a:rPr lang="de-DE" dirty="0"/>
              <a:t>auf Icon einfügen.</a:t>
            </a:r>
          </a:p>
        </p:txBody>
      </p:sp>
      <p:sp>
        <p:nvSpPr>
          <p:cNvPr id="3" name="Rechteck 2">
            <a:extLst>
              <a:ext uri="{FF2B5EF4-FFF2-40B4-BE49-F238E27FC236}">
                <a16:creationId xmlns:a16="http://schemas.microsoft.com/office/drawing/2014/main" id="{4374F586-099F-4355-97CC-8BCE3ED3C3F6}"/>
              </a:ext>
            </a:extLst>
          </p:cNvPr>
          <p:cNvSpPr/>
          <p:nvPr userDrawn="1"/>
        </p:nvSpPr>
        <p:spPr bwMode="gray">
          <a:xfrm>
            <a:off x="11087175" y="0"/>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 name="Rechteck 3">
            <a:extLst>
              <a:ext uri="{FF2B5EF4-FFF2-40B4-BE49-F238E27FC236}">
                <a16:creationId xmlns:a16="http://schemas.microsoft.com/office/drawing/2014/main" id="{AFB0C613-0D19-49FE-A909-F0CAD4B396D9}"/>
              </a:ext>
            </a:extLst>
          </p:cNvPr>
          <p:cNvSpPr/>
          <p:nvPr userDrawn="1"/>
        </p:nvSpPr>
        <p:spPr bwMode="gray">
          <a:xfrm>
            <a:off x="3959418" y="0"/>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5" name="Rechteck 4">
            <a:extLst>
              <a:ext uri="{FF2B5EF4-FFF2-40B4-BE49-F238E27FC236}">
                <a16:creationId xmlns:a16="http://schemas.microsoft.com/office/drawing/2014/main" id="{28113A1D-1DFA-49FB-9EB7-B854A277A031}"/>
              </a:ext>
            </a:extLst>
          </p:cNvPr>
          <p:cNvSpPr/>
          <p:nvPr userDrawn="1"/>
        </p:nvSpPr>
        <p:spPr bwMode="gray">
          <a:xfrm>
            <a:off x="10295089" y="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7AFFC5E3-B7BA-4E60-861B-E8F621218A76}"/>
              </a:ext>
            </a:extLst>
          </p:cNvPr>
          <p:cNvSpPr/>
          <p:nvPr userDrawn="1"/>
        </p:nvSpPr>
        <p:spPr bwMode="gray">
          <a:xfrm>
            <a:off x="3167333" y="554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8" name="Rechteck 7">
            <a:extLst>
              <a:ext uri="{FF2B5EF4-FFF2-40B4-BE49-F238E27FC236}">
                <a16:creationId xmlns:a16="http://schemas.microsoft.com/office/drawing/2014/main" id="{E44D986F-0666-4424-89D0-5A2F7B3223C5}"/>
              </a:ext>
            </a:extLst>
          </p:cNvPr>
          <p:cNvSpPr/>
          <p:nvPr userDrawn="1"/>
        </p:nvSpPr>
        <p:spPr bwMode="gray">
          <a:xfrm>
            <a:off x="3959418"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BED1F647-AC3D-4A9A-8BE2-AF9E5F21A19E}"/>
              </a:ext>
            </a:extLst>
          </p:cNvPr>
          <p:cNvSpPr/>
          <p:nvPr userDrawn="1"/>
        </p:nvSpPr>
        <p:spPr bwMode="gray">
          <a:xfrm>
            <a:off x="3959418" y="3959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26E98A78-B916-471C-8761-9164E4A26AF6}"/>
              </a:ext>
            </a:extLst>
          </p:cNvPr>
          <p:cNvSpPr/>
          <p:nvPr userDrawn="1"/>
        </p:nvSpPr>
        <p:spPr bwMode="gray">
          <a:xfrm>
            <a:off x="4751503" y="4751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42" name="Gruppieren 41">
            <a:extLst>
              <a:ext uri="{FF2B5EF4-FFF2-40B4-BE49-F238E27FC236}">
                <a16:creationId xmlns:a16="http://schemas.microsoft.com/office/drawing/2014/main" id="{F1798638-7478-4B73-A52B-43C2C477D1CC}"/>
              </a:ext>
            </a:extLst>
          </p:cNvPr>
          <p:cNvGrpSpPr/>
          <p:nvPr userDrawn="1"/>
        </p:nvGrpSpPr>
        <p:grpSpPr bwMode="gray">
          <a:xfrm>
            <a:off x="395015" y="-216520"/>
            <a:ext cx="11088960" cy="72000"/>
            <a:chOff x="394680" y="-243408"/>
            <a:chExt cx="11389952" cy="216000"/>
          </a:xfrm>
        </p:grpSpPr>
        <p:cxnSp>
          <p:nvCxnSpPr>
            <p:cNvPr id="43" name="Gerader Verbinder 42">
              <a:extLst>
                <a:ext uri="{FF2B5EF4-FFF2-40B4-BE49-F238E27FC236}">
                  <a16:creationId xmlns:a16="http://schemas.microsoft.com/office/drawing/2014/main" id="{22254704-450F-4774-B06F-66F2F6327017}"/>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CCDB08FD-2DD7-4A2F-A161-961789A20D52}"/>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886EE24F-76E6-4336-A39F-82ED846FC0F1}"/>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4243D16E-F3E9-4DA7-A4B5-6D4102DD61FF}"/>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Gerader Verbinder 46">
              <a:extLst>
                <a:ext uri="{FF2B5EF4-FFF2-40B4-BE49-F238E27FC236}">
                  <a16:creationId xmlns:a16="http://schemas.microsoft.com/office/drawing/2014/main" id="{BD765436-6074-4334-8C71-49155D4910AB}"/>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Gerader Verbinder 47">
              <a:extLst>
                <a:ext uri="{FF2B5EF4-FFF2-40B4-BE49-F238E27FC236}">
                  <a16:creationId xmlns:a16="http://schemas.microsoft.com/office/drawing/2014/main" id="{6F5817C5-8C93-40A2-AA30-CD474FD62201}"/>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Gerader Verbinder 48">
              <a:extLst>
                <a:ext uri="{FF2B5EF4-FFF2-40B4-BE49-F238E27FC236}">
                  <a16:creationId xmlns:a16="http://schemas.microsoft.com/office/drawing/2014/main" id="{897292EE-26FC-4DF4-BFE2-CC41BC107302}"/>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Gerader Verbinder 49">
              <a:extLst>
                <a:ext uri="{FF2B5EF4-FFF2-40B4-BE49-F238E27FC236}">
                  <a16:creationId xmlns:a16="http://schemas.microsoft.com/office/drawing/2014/main" id="{47796884-25DF-4216-9AB4-AC6B9D51F26C}"/>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Gerader Verbinder 50">
              <a:extLst>
                <a:ext uri="{FF2B5EF4-FFF2-40B4-BE49-F238E27FC236}">
                  <a16:creationId xmlns:a16="http://schemas.microsoft.com/office/drawing/2014/main" id="{FC59A0D9-FFD8-4D34-8C24-6DB4666718D9}"/>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2" name="Textplatzhalter 16">
            <a:extLst>
              <a:ext uri="{FF2B5EF4-FFF2-40B4-BE49-F238E27FC236}">
                <a16:creationId xmlns:a16="http://schemas.microsoft.com/office/drawing/2014/main" id="{F88A5E58-FD56-4972-8EA1-6075B3071332}"/>
              </a:ext>
            </a:extLst>
          </p:cNvPr>
          <p:cNvSpPr>
            <a:spLocks noGrp="1"/>
          </p:cNvSpPr>
          <p:nvPr>
            <p:ph type="body" sz="quarter" idx="14" hasCustomPrompt="1"/>
          </p:nvPr>
        </p:nvSpPr>
        <p:spPr>
          <a:xfrm>
            <a:off x="395015" y="3923940"/>
            <a:ext cx="3168352" cy="540000"/>
          </a:xfrm>
        </p:spPr>
        <p:txBody>
          <a:bodyPr/>
          <a:lstStyle>
            <a:lvl1pPr marL="0" indent="0">
              <a:buFont typeface="Arial" panose="020B0604020202020204" pitchFamily="34" charset="0"/>
              <a:buNone/>
              <a:defRPr sz="1400" b="0">
                <a:solidFill>
                  <a:schemeClr val="tx1"/>
                </a:solidFill>
              </a:defRPr>
            </a:lvl1pPr>
            <a:lvl2pPr marL="0" indent="0">
              <a:buFont typeface="Arial" panose="020B0604020202020204" pitchFamily="34" charset="0"/>
              <a:buNone/>
              <a:defRPr sz="1400" b="0">
                <a:solidFill>
                  <a:schemeClr val="tx1"/>
                </a:solidFill>
              </a:defRPr>
            </a:lvl2pPr>
            <a:lvl3pPr marL="0" indent="0">
              <a:buNone/>
              <a:defRPr sz="1400" b="0">
                <a:solidFill>
                  <a:schemeClr val="tx1"/>
                </a:solidFill>
              </a:defRPr>
            </a:lvl3pPr>
            <a:lvl4pPr marL="0" indent="0">
              <a:buNone/>
              <a:defRPr sz="1400" b="0">
                <a:solidFill>
                  <a:schemeClr val="tx1"/>
                </a:solidFill>
              </a:defRPr>
            </a:lvl4pPr>
            <a:lvl5pPr marL="0" indent="0">
              <a:buNone/>
              <a:defRPr sz="1400" b="0">
                <a:solidFill>
                  <a:schemeClr val="tx1"/>
                </a:solidFill>
              </a:defRPr>
            </a:lvl5pPr>
            <a:lvl6pPr marL="0" indent="0">
              <a:buNone/>
              <a:defRPr sz="1400" b="0">
                <a:solidFill>
                  <a:schemeClr val="tx1"/>
                </a:solidFill>
              </a:defRPr>
            </a:lvl6pPr>
            <a:lvl7pPr marL="0" indent="0">
              <a:buNone/>
              <a:defRPr sz="1400" b="0">
                <a:solidFill>
                  <a:schemeClr val="tx1"/>
                </a:solidFill>
              </a:defRPr>
            </a:lvl7pPr>
            <a:lvl8pPr marL="0" indent="0">
              <a:buNone/>
              <a:defRPr sz="1400" b="0">
                <a:solidFill>
                  <a:schemeClr val="tx1"/>
                </a:solidFill>
              </a:defRPr>
            </a:lvl8pPr>
            <a:lvl9pPr marL="0" indent="0">
              <a:buNone/>
              <a:defRPr sz="1400" b="0">
                <a:solidFill>
                  <a:schemeClr val="tx1"/>
                </a:solidFill>
              </a:defRPr>
            </a:lvl9pPr>
          </a:lstStyle>
          <a:p>
            <a:r>
              <a:rPr lang="de-DE" dirty="0"/>
              <a:t>Vor- und Nachname Autor</a:t>
            </a:r>
          </a:p>
          <a:p>
            <a:pPr lvl="0"/>
            <a:r>
              <a:rPr lang="de-DE" dirty="0"/>
              <a:t>TT.MM.JJJJ | Ort</a:t>
            </a:r>
          </a:p>
        </p:txBody>
      </p:sp>
      <p:grpSp>
        <p:nvGrpSpPr>
          <p:cNvPr id="27" name="Gruppieren 26">
            <a:extLst>
              <a:ext uri="{FF2B5EF4-FFF2-40B4-BE49-F238E27FC236}">
                <a16:creationId xmlns:a16="http://schemas.microsoft.com/office/drawing/2014/main" id="{89D3849C-8B87-498C-9968-D7050F75A637}"/>
              </a:ext>
            </a:extLst>
          </p:cNvPr>
          <p:cNvGrpSpPr/>
          <p:nvPr userDrawn="1"/>
        </p:nvGrpSpPr>
        <p:grpSpPr bwMode="gray">
          <a:xfrm>
            <a:off x="-217053" y="1583680"/>
            <a:ext cx="70097" cy="4356484"/>
            <a:chOff x="-456728" y="1583680"/>
            <a:chExt cx="216000" cy="4356484"/>
          </a:xfrm>
        </p:grpSpPr>
        <p:cxnSp>
          <p:nvCxnSpPr>
            <p:cNvPr id="28" name="Gerader Verbinder 27">
              <a:extLst>
                <a:ext uri="{FF2B5EF4-FFF2-40B4-BE49-F238E27FC236}">
                  <a16:creationId xmlns:a16="http://schemas.microsoft.com/office/drawing/2014/main" id="{A769BED3-302F-406F-9AE8-C9E79FDB5B50}"/>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7576C54C-AA0F-45AE-A527-A37687968686}"/>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51895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 mit Bild | V2">
    <p:spTree>
      <p:nvGrpSpPr>
        <p:cNvPr id="1" name=""/>
        <p:cNvGrpSpPr/>
        <p:nvPr/>
      </p:nvGrpSpPr>
      <p:grpSpPr>
        <a:xfrm>
          <a:off x="0" y="0"/>
          <a:ext cx="0" cy="0"/>
          <a:chOff x="0" y="0"/>
          <a:chExt cx="0" cy="0"/>
        </a:xfrm>
      </p:grpSpPr>
      <p:sp>
        <p:nvSpPr>
          <p:cNvPr id="152" name="Bildplatzhalter 3">
            <a:extLst>
              <a:ext uri="{FF2B5EF4-FFF2-40B4-BE49-F238E27FC236}">
                <a16:creationId xmlns:a16="http://schemas.microsoft.com/office/drawing/2014/main" id="{22CCBB05-AA86-4CD3-8025-9235510DEA77}"/>
              </a:ext>
            </a:extLst>
          </p:cNvPr>
          <p:cNvSpPr>
            <a:spLocks noGrp="1"/>
          </p:cNvSpPr>
          <p:nvPr>
            <p:ph type="pic" sz="quarter" idx="15" hasCustomPrompt="1"/>
          </p:nvPr>
        </p:nvSpPr>
        <p:spPr>
          <a:xfrm>
            <a:off x="3959032" y="0"/>
            <a:ext cx="7920231" cy="6335713"/>
          </a:xfrm>
          <a:noFill/>
        </p:spPr>
        <p:txBody>
          <a:bodyPr vert="horz" wrap="square" lIns="0" tIns="0" rIns="0" bIns="864000" rtlCol="0" anchor="ctr" anchorCtr="1">
            <a:noAutofit/>
          </a:bodyPr>
          <a:lstStyle>
            <a:lvl1pPr marL="0" indent="0" algn="ctr">
              <a:buNone/>
              <a:defRPr lang="de-DE" sz="1000" b="0" dirty="0" smtClean="0">
                <a:solidFill>
                  <a:sysClr val="windowText" lastClr="000000"/>
                </a:solidFill>
              </a:defRPr>
            </a:lvl1pPr>
          </a:lstStyle>
          <a:p>
            <a:pPr lvl="0" algn="ctr">
              <a:lnSpc>
                <a:spcPct val="100000"/>
              </a:lnSpc>
              <a:spcBef>
                <a:spcPts val="0"/>
              </a:spcBef>
            </a:pPr>
            <a:r>
              <a:rPr lang="de-DE" dirty="0"/>
              <a:t>Bild durch Klick</a:t>
            </a:r>
            <a:br>
              <a:rPr lang="de-DE" dirty="0"/>
            </a:br>
            <a:r>
              <a:rPr lang="de-DE" dirty="0"/>
              <a:t>auf Icon einfügen.</a:t>
            </a:r>
          </a:p>
        </p:txBody>
      </p:sp>
      <p:sp>
        <p:nvSpPr>
          <p:cNvPr id="151" name="Freihandform: Form 150">
            <a:extLst>
              <a:ext uri="{FF2B5EF4-FFF2-40B4-BE49-F238E27FC236}">
                <a16:creationId xmlns:a16="http://schemas.microsoft.com/office/drawing/2014/main" id="{AA58B7B5-0EC9-416F-A0F0-206CB362E101}"/>
              </a:ext>
            </a:extLst>
          </p:cNvPr>
          <p:cNvSpPr/>
          <p:nvPr userDrawn="1"/>
        </p:nvSpPr>
        <p:spPr bwMode="ltGray">
          <a:xfrm>
            <a:off x="-1" y="0"/>
            <a:ext cx="3959418" cy="6335712"/>
          </a:xfrm>
          <a:custGeom>
            <a:avLst/>
            <a:gdLst>
              <a:gd name="connsiteX0" fmla="*/ 0 w 3959418"/>
              <a:gd name="connsiteY0" fmla="*/ 0 h 6335712"/>
              <a:gd name="connsiteX1" fmla="*/ 3959418 w 3959418"/>
              <a:gd name="connsiteY1" fmla="*/ 0 h 6335712"/>
              <a:gd name="connsiteX2" fmla="*/ 3959418 w 3959418"/>
              <a:gd name="connsiteY2" fmla="*/ 4751713 h 6335712"/>
              <a:gd name="connsiteX3" fmla="*/ 3167333 w 3959418"/>
              <a:gd name="connsiteY3" fmla="*/ 4751713 h 6335712"/>
              <a:gd name="connsiteX4" fmla="*/ 3167333 w 3959418"/>
              <a:gd name="connsiteY4" fmla="*/ 5543713 h 6335712"/>
              <a:gd name="connsiteX5" fmla="*/ 3959418 w 3959418"/>
              <a:gd name="connsiteY5" fmla="*/ 5543713 h 6335712"/>
              <a:gd name="connsiteX6" fmla="*/ 3959418 w 3959418"/>
              <a:gd name="connsiteY6" fmla="*/ 6335712 h 6335712"/>
              <a:gd name="connsiteX7" fmla="*/ 0 w 3959418"/>
              <a:gd name="connsiteY7" fmla="*/ 6335712 h 6335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59418" h="6335712">
                <a:moveTo>
                  <a:pt x="0" y="0"/>
                </a:moveTo>
                <a:lnTo>
                  <a:pt x="3959418" y="0"/>
                </a:lnTo>
                <a:lnTo>
                  <a:pt x="3959418" y="4751713"/>
                </a:lnTo>
                <a:lnTo>
                  <a:pt x="3167333" y="4751713"/>
                </a:lnTo>
                <a:lnTo>
                  <a:pt x="3167333" y="5543713"/>
                </a:lnTo>
                <a:lnTo>
                  <a:pt x="3959418" y="5543713"/>
                </a:lnTo>
                <a:lnTo>
                  <a:pt x="3959418" y="6335712"/>
                </a:lnTo>
                <a:lnTo>
                  <a:pt x="0" y="6335712"/>
                </a:lnTo>
                <a:close/>
              </a:path>
            </a:pathLst>
          </a:cu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32664" y="5651713"/>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userDrawn="1">
            <p:ph type="title" hasCustomPrompt="1"/>
          </p:nvPr>
        </p:nvSpPr>
        <p:spPr bwMode="white">
          <a:xfrm>
            <a:off x="395016" y="611572"/>
            <a:ext cx="3168000" cy="1512000"/>
          </a:xfrm>
        </p:spPr>
        <p:txBody>
          <a:bodyPr/>
          <a:lstStyle>
            <a:lvl1pPr>
              <a:defRPr sz="3600" b="1" spc="0" baseline="0">
                <a:solidFill>
                  <a:schemeClr val="bg1"/>
                </a:solidFill>
              </a:defRPr>
            </a:lvl1pPr>
          </a:lstStyle>
          <a:p>
            <a:r>
              <a:rPr lang="de-DE" dirty="0"/>
              <a:t>Titel der Präsentation</a:t>
            </a:r>
          </a:p>
        </p:txBody>
      </p:sp>
      <p:sp>
        <p:nvSpPr>
          <p:cNvPr id="15" name="Textplatzhalter 14">
            <a:extLst>
              <a:ext uri="{FF2B5EF4-FFF2-40B4-BE49-F238E27FC236}">
                <a16:creationId xmlns:a16="http://schemas.microsoft.com/office/drawing/2014/main" id="{942FA83A-1852-4C32-85F8-FA1B9D8EEEBF}"/>
              </a:ext>
            </a:extLst>
          </p:cNvPr>
          <p:cNvSpPr>
            <a:spLocks noGrp="1"/>
          </p:cNvSpPr>
          <p:nvPr userDrawn="1">
            <p:ph type="body" sz="quarter" idx="13" hasCustomPrompt="1"/>
          </p:nvPr>
        </p:nvSpPr>
        <p:spPr bwMode="white">
          <a:xfrm>
            <a:off x="396727" y="2303696"/>
            <a:ext cx="3168000" cy="936000"/>
          </a:xfrm>
        </p:spPr>
        <p:txBody>
          <a:bodyPr/>
          <a:lstStyle>
            <a:lvl1pPr marL="0" indent="0">
              <a:buFont typeface="Arial" panose="020B0604020202020204" pitchFamily="34" charset="0"/>
              <a:buNone/>
              <a:defRPr sz="1800" b="0">
                <a:solidFill>
                  <a:schemeClr val="bg1"/>
                </a:solidFill>
              </a:defRPr>
            </a:lvl1pPr>
            <a:lvl2pPr marL="0" indent="0">
              <a:buFont typeface="Arial" panose="020B0604020202020204" pitchFamily="34" charset="0"/>
              <a:buNone/>
              <a:defRPr sz="1800" b="0">
                <a:solidFill>
                  <a:schemeClr val="bg1"/>
                </a:solidFill>
              </a:defRPr>
            </a:lvl2pPr>
            <a:lvl3pPr marL="0" indent="0">
              <a:buNone/>
              <a:defRPr sz="1800" b="0">
                <a:solidFill>
                  <a:schemeClr val="bg1"/>
                </a:solidFill>
              </a:defRPr>
            </a:lvl3pPr>
            <a:lvl4pPr marL="0" indent="0">
              <a:buNone/>
              <a:defRPr sz="1800" b="0">
                <a:solidFill>
                  <a:schemeClr val="bg1"/>
                </a:solidFill>
              </a:defRPr>
            </a:lvl4pPr>
            <a:lvl5pPr marL="0" indent="0">
              <a:buNone/>
              <a:defRPr sz="1800" b="0">
                <a:solidFill>
                  <a:schemeClr val="bg1"/>
                </a:solidFill>
              </a:defRPr>
            </a:lvl5pPr>
            <a:lvl6pPr marL="0" indent="0">
              <a:buNone/>
              <a:defRPr sz="1800" b="0">
                <a:solidFill>
                  <a:schemeClr val="bg1"/>
                </a:solidFill>
              </a:defRPr>
            </a:lvl6pPr>
            <a:lvl7pPr marL="0" indent="0">
              <a:buNone/>
              <a:defRPr sz="1800" b="0">
                <a:solidFill>
                  <a:schemeClr val="bg1"/>
                </a:solidFill>
              </a:defRPr>
            </a:lvl7pPr>
            <a:lvl8pPr marL="0" indent="0">
              <a:buNone/>
              <a:defRPr sz="1800" b="0">
                <a:solidFill>
                  <a:schemeClr val="bg1"/>
                </a:solidFill>
              </a:defRPr>
            </a:lvl8pPr>
            <a:lvl9pPr marL="0" indent="0">
              <a:buNone/>
              <a:defRPr sz="1800" b="0">
                <a:solidFill>
                  <a:schemeClr val="bg1"/>
                </a:solidFill>
              </a:defRPr>
            </a:lvl9pPr>
          </a:lstStyle>
          <a:p>
            <a:pPr lvl="0"/>
            <a:r>
              <a:rPr lang="de-DE" dirty="0"/>
              <a:t>Untertitel der Präsentation</a:t>
            </a:r>
          </a:p>
        </p:txBody>
      </p:sp>
      <p:sp>
        <p:nvSpPr>
          <p:cNvPr id="153" name="Textplatzhalter 8">
            <a:extLst>
              <a:ext uri="{FF2B5EF4-FFF2-40B4-BE49-F238E27FC236}">
                <a16:creationId xmlns:a16="http://schemas.microsoft.com/office/drawing/2014/main" id="{32640E6D-F247-4DAD-9ECC-D953DF218554}"/>
              </a:ext>
            </a:extLst>
          </p:cNvPr>
          <p:cNvSpPr>
            <a:spLocks noGrp="1"/>
          </p:cNvSpPr>
          <p:nvPr>
            <p:ph type="body" sz="quarter" idx="17" hasCustomPrompt="1"/>
          </p:nvPr>
        </p:nvSpPr>
        <p:spPr>
          <a:xfrm>
            <a:off x="3959032" y="5543713"/>
            <a:ext cx="792000" cy="792000"/>
          </a:xfrm>
          <a:solidFill>
            <a:schemeClr val="tx2"/>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156" name="Textplatzhalter 8">
            <a:extLst>
              <a:ext uri="{FF2B5EF4-FFF2-40B4-BE49-F238E27FC236}">
                <a16:creationId xmlns:a16="http://schemas.microsoft.com/office/drawing/2014/main" id="{0C46F2AD-4452-4A89-A89F-683AC0EBB40C}"/>
              </a:ext>
            </a:extLst>
          </p:cNvPr>
          <p:cNvSpPr>
            <a:spLocks noGrp="1"/>
          </p:cNvSpPr>
          <p:nvPr>
            <p:ph type="body" sz="quarter" idx="20" hasCustomPrompt="1"/>
          </p:nvPr>
        </p:nvSpPr>
        <p:spPr>
          <a:xfrm>
            <a:off x="3959032" y="4751713"/>
            <a:ext cx="792000" cy="792000"/>
          </a:xfrm>
          <a:solidFill>
            <a:schemeClr val="tx1"/>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301" name="Textplatzhalter 8">
            <a:extLst>
              <a:ext uri="{FF2B5EF4-FFF2-40B4-BE49-F238E27FC236}">
                <a16:creationId xmlns:a16="http://schemas.microsoft.com/office/drawing/2014/main" id="{04D2A3A0-3F15-4A60-85C4-BF4EA76620DE}"/>
              </a:ext>
            </a:extLst>
          </p:cNvPr>
          <p:cNvSpPr>
            <a:spLocks noGrp="1"/>
          </p:cNvSpPr>
          <p:nvPr>
            <p:ph type="body" sz="quarter" idx="23" hasCustomPrompt="1"/>
          </p:nvPr>
        </p:nvSpPr>
        <p:spPr>
          <a:xfrm>
            <a:off x="3959418" y="163"/>
            <a:ext cx="792000" cy="792000"/>
          </a:xfrm>
          <a:solidFill>
            <a:schemeClr val="accent2"/>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439" name="Textplatzhalter 8">
            <a:extLst>
              <a:ext uri="{FF2B5EF4-FFF2-40B4-BE49-F238E27FC236}">
                <a16:creationId xmlns:a16="http://schemas.microsoft.com/office/drawing/2014/main" id="{683DCEF4-1780-46DC-8791-837C9157A83B}"/>
              </a:ext>
            </a:extLst>
          </p:cNvPr>
          <p:cNvSpPr>
            <a:spLocks noGrp="1"/>
          </p:cNvSpPr>
          <p:nvPr>
            <p:ph type="body" sz="quarter" idx="24" hasCustomPrompt="1"/>
          </p:nvPr>
        </p:nvSpPr>
        <p:spPr>
          <a:xfrm>
            <a:off x="3959418" y="791713"/>
            <a:ext cx="792000" cy="792000"/>
          </a:xfrm>
          <a:solidFill>
            <a:schemeClr val="tx2"/>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442" name="Textplatzhalter 8">
            <a:extLst>
              <a:ext uri="{FF2B5EF4-FFF2-40B4-BE49-F238E27FC236}">
                <a16:creationId xmlns:a16="http://schemas.microsoft.com/office/drawing/2014/main" id="{B75E7DD7-4020-41E7-8691-7FC08268E1AF}"/>
              </a:ext>
            </a:extLst>
          </p:cNvPr>
          <p:cNvSpPr>
            <a:spLocks noGrp="1"/>
          </p:cNvSpPr>
          <p:nvPr>
            <p:ph type="body" sz="quarter" idx="25" hasCustomPrompt="1"/>
          </p:nvPr>
        </p:nvSpPr>
        <p:spPr>
          <a:xfrm>
            <a:off x="4751503" y="1583713"/>
            <a:ext cx="792000" cy="792000"/>
          </a:xfrm>
          <a:solidFill>
            <a:schemeClr val="accent3"/>
          </a:solidFill>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443" name="Textplatzhalter 8">
            <a:extLst>
              <a:ext uri="{FF2B5EF4-FFF2-40B4-BE49-F238E27FC236}">
                <a16:creationId xmlns:a16="http://schemas.microsoft.com/office/drawing/2014/main" id="{C28A361F-D0DD-49D4-9BA3-8B87D6CCA319}"/>
              </a:ext>
            </a:extLst>
          </p:cNvPr>
          <p:cNvSpPr>
            <a:spLocks noGrp="1"/>
          </p:cNvSpPr>
          <p:nvPr>
            <p:ph type="body" sz="quarter" idx="26" hasCustomPrompt="1"/>
          </p:nvPr>
        </p:nvSpPr>
        <p:spPr>
          <a:xfrm>
            <a:off x="5543588" y="791713"/>
            <a:ext cx="792000" cy="792000"/>
          </a:xfrm>
          <a:solidFill>
            <a:schemeClr val="accent3"/>
          </a:solidFill>
        </p:spPr>
        <p:txBody>
          <a:bodyPr/>
          <a:lstStyle>
            <a:lvl1pPr>
              <a:defRPr sz="100"/>
            </a:lvl1pPr>
            <a:lvl2pPr>
              <a:defRPr sz="100"/>
            </a:lvl2pPr>
            <a:lvl3pPr>
              <a:defRPr sz="100"/>
            </a:lvl3pPr>
            <a:lvl4pPr>
              <a:defRPr sz="100"/>
            </a:lvl4pPr>
            <a:lvl5pPr>
              <a:defRPr sz="100"/>
            </a:lvl5pPr>
          </a:lstStyle>
          <a:p>
            <a:pPr lvl="0"/>
            <a:r>
              <a:rPr lang="de-DE" dirty="0"/>
              <a:t> </a:t>
            </a:r>
          </a:p>
        </p:txBody>
      </p:sp>
      <p:grpSp>
        <p:nvGrpSpPr>
          <p:cNvPr id="43" name="Gruppieren 42">
            <a:extLst>
              <a:ext uri="{FF2B5EF4-FFF2-40B4-BE49-F238E27FC236}">
                <a16:creationId xmlns:a16="http://schemas.microsoft.com/office/drawing/2014/main" id="{0FCE678B-25DC-4C00-A04A-83BC10D6259B}"/>
              </a:ext>
            </a:extLst>
          </p:cNvPr>
          <p:cNvGrpSpPr/>
          <p:nvPr userDrawn="1"/>
        </p:nvGrpSpPr>
        <p:grpSpPr bwMode="gray">
          <a:xfrm>
            <a:off x="395015" y="-216520"/>
            <a:ext cx="11088960" cy="72000"/>
            <a:chOff x="394680" y="-243408"/>
            <a:chExt cx="11389952" cy="216000"/>
          </a:xfrm>
        </p:grpSpPr>
        <p:cxnSp>
          <p:nvCxnSpPr>
            <p:cNvPr id="44" name="Gerader Verbinder 43">
              <a:extLst>
                <a:ext uri="{FF2B5EF4-FFF2-40B4-BE49-F238E27FC236}">
                  <a16:creationId xmlns:a16="http://schemas.microsoft.com/office/drawing/2014/main" id="{38438DF0-DA3B-4DED-BFBD-5171F3AA911A}"/>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2E632A49-D75C-49BA-AAF1-CAC98E1D2A14}"/>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11912D0D-117F-4F36-9735-737A38B285EA}"/>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Gerader Verbinder 46">
              <a:extLst>
                <a:ext uri="{FF2B5EF4-FFF2-40B4-BE49-F238E27FC236}">
                  <a16:creationId xmlns:a16="http://schemas.microsoft.com/office/drawing/2014/main" id="{B0034306-5CB6-48D8-A0DE-01E49BDBBEBC}"/>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Gerader Verbinder 47">
              <a:extLst>
                <a:ext uri="{FF2B5EF4-FFF2-40B4-BE49-F238E27FC236}">
                  <a16:creationId xmlns:a16="http://schemas.microsoft.com/office/drawing/2014/main" id="{02D65200-3A24-4176-AEFB-6FA2FE37AFDF}"/>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Gerader Verbinder 48">
              <a:extLst>
                <a:ext uri="{FF2B5EF4-FFF2-40B4-BE49-F238E27FC236}">
                  <a16:creationId xmlns:a16="http://schemas.microsoft.com/office/drawing/2014/main" id="{CA26E9AC-6EE2-4402-80DF-798A37D89A3C}"/>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Gerader Verbinder 49">
              <a:extLst>
                <a:ext uri="{FF2B5EF4-FFF2-40B4-BE49-F238E27FC236}">
                  <a16:creationId xmlns:a16="http://schemas.microsoft.com/office/drawing/2014/main" id="{A2F2B9DC-7034-42EC-B25A-0E40318628D8}"/>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Gerader Verbinder 50">
              <a:extLst>
                <a:ext uri="{FF2B5EF4-FFF2-40B4-BE49-F238E27FC236}">
                  <a16:creationId xmlns:a16="http://schemas.microsoft.com/office/drawing/2014/main" id="{5A6BD8B0-7E08-4FA7-8178-768BE99D9807}"/>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Gerader Verbinder 51">
              <a:extLst>
                <a:ext uri="{FF2B5EF4-FFF2-40B4-BE49-F238E27FC236}">
                  <a16:creationId xmlns:a16="http://schemas.microsoft.com/office/drawing/2014/main" id="{B027C130-E373-4AC4-ACE7-C8DF3A8C7927}"/>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3" name="Textplatzhalter 16">
            <a:extLst>
              <a:ext uri="{FF2B5EF4-FFF2-40B4-BE49-F238E27FC236}">
                <a16:creationId xmlns:a16="http://schemas.microsoft.com/office/drawing/2014/main" id="{00384C23-5EA5-401F-A60E-C087FB6F7406}"/>
              </a:ext>
            </a:extLst>
          </p:cNvPr>
          <p:cNvSpPr>
            <a:spLocks noGrp="1"/>
          </p:cNvSpPr>
          <p:nvPr>
            <p:ph type="body" sz="quarter" idx="14" hasCustomPrompt="1"/>
          </p:nvPr>
        </p:nvSpPr>
        <p:spPr bwMode="white">
          <a:xfrm>
            <a:off x="395014" y="3599936"/>
            <a:ext cx="3169713" cy="540000"/>
          </a:xfrm>
        </p:spPr>
        <p:txBody>
          <a:bodyPr/>
          <a:lstStyle>
            <a:lvl1pPr marL="0" indent="0">
              <a:buFont typeface="Arial" panose="020B0604020202020204" pitchFamily="34" charset="0"/>
              <a:buNone/>
              <a:defRPr sz="1400" b="0">
                <a:solidFill>
                  <a:schemeClr val="bg1"/>
                </a:solidFill>
              </a:defRPr>
            </a:lvl1pPr>
            <a:lvl2pPr marL="0" indent="0">
              <a:buFont typeface="Arial" panose="020B0604020202020204" pitchFamily="34" charset="0"/>
              <a:buNone/>
              <a:defRPr sz="1400" b="0">
                <a:solidFill>
                  <a:schemeClr val="bg1"/>
                </a:solidFill>
              </a:defRPr>
            </a:lvl2pPr>
            <a:lvl3pPr marL="0" indent="0">
              <a:buNone/>
              <a:defRPr sz="1400" b="0">
                <a:solidFill>
                  <a:schemeClr val="bg1"/>
                </a:solidFill>
              </a:defRPr>
            </a:lvl3pPr>
            <a:lvl4pPr marL="0" indent="0">
              <a:buNone/>
              <a:defRPr sz="1400" b="0">
                <a:solidFill>
                  <a:schemeClr val="bg1"/>
                </a:solidFill>
              </a:defRPr>
            </a:lvl4pPr>
            <a:lvl5pPr marL="0" indent="0">
              <a:buNone/>
              <a:defRPr sz="1400" b="0">
                <a:solidFill>
                  <a:schemeClr val="bg1"/>
                </a:solidFill>
              </a:defRPr>
            </a:lvl5pPr>
            <a:lvl6pPr marL="0" indent="0">
              <a:buNone/>
              <a:defRPr sz="1400" b="0">
                <a:solidFill>
                  <a:schemeClr val="bg1"/>
                </a:solidFill>
              </a:defRPr>
            </a:lvl6pPr>
            <a:lvl7pPr marL="0" indent="0">
              <a:buNone/>
              <a:defRPr sz="1400" b="0">
                <a:solidFill>
                  <a:schemeClr val="bg1"/>
                </a:solidFill>
              </a:defRPr>
            </a:lvl7pPr>
            <a:lvl8pPr marL="0" indent="0">
              <a:buNone/>
              <a:defRPr sz="1400" b="0">
                <a:solidFill>
                  <a:schemeClr val="bg1"/>
                </a:solidFill>
              </a:defRPr>
            </a:lvl8pPr>
            <a:lvl9pPr marL="0" indent="0">
              <a:buNone/>
              <a:defRPr sz="1400" b="0">
                <a:solidFill>
                  <a:schemeClr val="bg1"/>
                </a:solidFill>
              </a:defRPr>
            </a:lvl9pPr>
          </a:lstStyle>
          <a:p>
            <a:pPr lvl="0"/>
            <a:r>
              <a:rPr lang="de-DE" dirty="0"/>
              <a:t>Vor- und Nachname Autor</a:t>
            </a:r>
          </a:p>
          <a:p>
            <a:pPr lvl="0"/>
            <a:r>
              <a:rPr lang="de-DE" dirty="0"/>
              <a:t>TT.MM.JJJJ | Ort</a:t>
            </a:r>
          </a:p>
        </p:txBody>
      </p:sp>
      <p:grpSp>
        <p:nvGrpSpPr>
          <p:cNvPr id="29" name="Gruppieren 28">
            <a:extLst>
              <a:ext uri="{FF2B5EF4-FFF2-40B4-BE49-F238E27FC236}">
                <a16:creationId xmlns:a16="http://schemas.microsoft.com/office/drawing/2014/main" id="{DA6FB3C1-4AA4-425A-94CD-43109E101F0F}"/>
              </a:ext>
            </a:extLst>
          </p:cNvPr>
          <p:cNvGrpSpPr/>
          <p:nvPr userDrawn="1"/>
        </p:nvGrpSpPr>
        <p:grpSpPr bwMode="gray">
          <a:xfrm>
            <a:off x="-217053" y="1583680"/>
            <a:ext cx="70097" cy="4356484"/>
            <a:chOff x="-456728" y="1583680"/>
            <a:chExt cx="216000" cy="4356484"/>
          </a:xfrm>
        </p:grpSpPr>
        <p:cxnSp>
          <p:nvCxnSpPr>
            <p:cNvPr id="30" name="Gerader Verbinder 29">
              <a:extLst>
                <a:ext uri="{FF2B5EF4-FFF2-40B4-BE49-F238E27FC236}">
                  <a16:creationId xmlns:a16="http://schemas.microsoft.com/office/drawing/2014/main" id="{F330ACAD-F852-4F00-88C4-CD327243138B}"/>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E20DDAE0-1835-4136-9D5A-D9D3BFA8C8F2}"/>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40385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einspalti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15" name="Textplatzhalter 14">
            <a:extLst>
              <a:ext uri="{FF2B5EF4-FFF2-40B4-BE49-F238E27FC236}">
                <a16:creationId xmlns:a16="http://schemas.microsoft.com/office/drawing/2014/main" id="{942FA83A-1852-4C32-85F8-FA1B9D8EEEBF}"/>
              </a:ext>
            </a:extLst>
          </p:cNvPr>
          <p:cNvSpPr>
            <a:spLocks noGrp="1"/>
          </p:cNvSpPr>
          <p:nvPr>
            <p:ph type="body" sz="quarter" idx="13" hasCustomPrompt="1"/>
          </p:nvPr>
        </p:nvSpPr>
        <p:spPr>
          <a:xfrm>
            <a:off x="5543287" y="2322000"/>
            <a:ext cx="5544916" cy="3019371"/>
          </a:xfrm>
        </p:spPr>
        <p:txBody>
          <a:bodyPr numCol="1" spcCol="792000"/>
          <a:lstStyle>
            <a:lvl1pPr marL="216000" indent="-216000">
              <a:spcBef>
                <a:spcPts val="1200"/>
              </a:spcBef>
              <a:buClrTx/>
              <a:buSzPct val="100000"/>
              <a:buFont typeface="Wingdings" panose="05000000000000000000" pitchFamily="2" charset="2"/>
              <a:buChar char="§"/>
              <a:defRPr sz="2400" b="1">
                <a:solidFill>
                  <a:schemeClr val="tx1"/>
                </a:solidFill>
              </a:defRPr>
            </a:lvl1pPr>
            <a:lvl2pPr marL="216000" indent="-216000">
              <a:spcBef>
                <a:spcPts val="1200"/>
              </a:spcBef>
              <a:buClrTx/>
              <a:buSzPct val="100000"/>
              <a:buFont typeface="Wingdings" panose="05000000000000000000" pitchFamily="2" charset="2"/>
              <a:buChar char="§"/>
              <a:defRPr sz="2400" b="0">
                <a:solidFill>
                  <a:schemeClr val="tx1"/>
                </a:solidFill>
              </a:defRPr>
            </a:lvl2pPr>
            <a:lvl3pPr marL="216000" indent="0">
              <a:spcBef>
                <a:spcPts val="1200"/>
              </a:spcBef>
              <a:buClrTx/>
              <a:buFontTx/>
              <a:buNone/>
              <a:defRPr sz="2400" b="0">
                <a:solidFill>
                  <a:schemeClr val="tx1"/>
                </a:solidFill>
              </a:defRPr>
            </a:lvl3pPr>
            <a:lvl4pPr marL="216000" indent="0">
              <a:spcBef>
                <a:spcPts val="1200"/>
              </a:spcBef>
              <a:buClrTx/>
              <a:buFontTx/>
              <a:buNone/>
              <a:defRPr sz="2400" b="0">
                <a:solidFill>
                  <a:schemeClr val="tx1"/>
                </a:solidFill>
              </a:defRPr>
            </a:lvl4pPr>
            <a:lvl5pPr marL="216000" indent="0">
              <a:spcBef>
                <a:spcPts val="1200"/>
              </a:spcBef>
              <a:buClrTx/>
              <a:buFontTx/>
              <a:buNone/>
              <a:defRPr sz="2400" b="0">
                <a:solidFill>
                  <a:schemeClr val="tx1"/>
                </a:solidFill>
              </a:defRPr>
            </a:lvl5pPr>
            <a:lvl6pPr marL="216000" indent="0">
              <a:spcBef>
                <a:spcPts val="1200"/>
              </a:spcBef>
              <a:buClrTx/>
              <a:buFontTx/>
              <a:buNone/>
              <a:defRPr sz="2400" b="0">
                <a:solidFill>
                  <a:schemeClr val="tx1"/>
                </a:solidFill>
              </a:defRPr>
            </a:lvl6pPr>
            <a:lvl7pPr marL="216000" indent="0">
              <a:spcBef>
                <a:spcPts val="1200"/>
              </a:spcBef>
              <a:buClrTx/>
              <a:buFontTx/>
              <a:buNone/>
              <a:defRPr sz="2400" b="0">
                <a:solidFill>
                  <a:schemeClr val="tx1"/>
                </a:solidFill>
              </a:defRPr>
            </a:lvl7pPr>
            <a:lvl8pPr marL="216000" indent="0">
              <a:spcBef>
                <a:spcPts val="1200"/>
              </a:spcBef>
              <a:buClrTx/>
              <a:buFontTx/>
              <a:buNone/>
              <a:defRPr sz="2400" b="0">
                <a:solidFill>
                  <a:schemeClr val="tx1"/>
                </a:solidFill>
              </a:defRPr>
            </a:lvl8pPr>
            <a:lvl9pPr marL="216000" indent="0">
              <a:spcBef>
                <a:spcPts val="1200"/>
              </a:spcBef>
              <a:buClrTx/>
              <a:buFontTx/>
              <a:buNone/>
              <a:defRPr sz="2400" b="0">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Rechteck 4">
            <a:extLst>
              <a:ext uri="{FF2B5EF4-FFF2-40B4-BE49-F238E27FC236}">
                <a16:creationId xmlns:a16="http://schemas.microsoft.com/office/drawing/2014/main" id="{803F9C55-1767-45D2-87AF-7F784CFECC0B}"/>
              </a:ext>
            </a:extLst>
          </p:cNvPr>
          <p:cNvSpPr/>
          <p:nvPr userDrawn="1"/>
        </p:nvSpPr>
        <p:spPr bwMode="gray">
          <a:xfrm>
            <a:off x="0" y="158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311EC3D9-EA14-4EEE-8576-CEB5BED0AA18}"/>
              </a:ext>
            </a:extLst>
          </p:cNvPr>
          <p:cNvSpPr/>
          <p:nvPr userDrawn="1"/>
        </p:nvSpPr>
        <p:spPr bwMode="gray">
          <a:xfrm>
            <a:off x="1584170" y="2375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8" name="Rechteck 7">
            <a:extLst>
              <a:ext uri="{FF2B5EF4-FFF2-40B4-BE49-F238E27FC236}">
                <a16:creationId xmlns:a16="http://schemas.microsoft.com/office/drawing/2014/main" id="{FF92DB8C-4D01-4DE8-B94C-6453F2A3FB45}"/>
              </a:ext>
            </a:extLst>
          </p:cNvPr>
          <p:cNvSpPr/>
          <p:nvPr userDrawn="1"/>
        </p:nvSpPr>
        <p:spPr bwMode="gray">
          <a:xfrm>
            <a:off x="1584170" y="158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DA6ED10D-51B2-442A-90DD-36439C82FAED}"/>
              </a:ext>
            </a:extLst>
          </p:cNvPr>
          <p:cNvSpPr/>
          <p:nvPr userDrawn="1"/>
        </p:nvSpPr>
        <p:spPr bwMode="gray">
          <a:xfrm>
            <a:off x="2376255" y="158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9585FD67-6704-4E86-B6E4-ED6F45997222}"/>
              </a:ext>
            </a:extLst>
          </p:cNvPr>
          <p:cNvSpPr/>
          <p:nvPr userDrawn="1"/>
        </p:nvSpPr>
        <p:spPr bwMode="gray">
          <a:xfrm>
            <a:off x="792085" y="791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45" name="Rechteck 144">
            <a:extLst>
              <a:ext uri="{FF2B5EF4-FFF2-40B4-BE49-F238E27FC236}">
                <a16:creationId xmlns:a16="http://schemas.microsoft.com/office/drawing/2014/main" id="{F78F0B4B-7A20-4B5B-8B9D-BDD888362738}"/>
              </a:ext>
            </a:extLst>
          </p:cNvPr>
          <p:cNvSpPr/>
          <p:nvPr userDrawn="1"/>
        </p:nvSpPr>
        <p:spPr bwMode="gray">
          <a:xfrm>
            <a:off x="1584170" y="791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47" name="Rechteck 146">
            <a:extLst>
              <a:ext uri="{FF2B5EF4-FFF2-40B4-BE49-F238E27FC236}">
                <a16:creationId xmlns:a16="http://schemas.microsoft.com/office/drawing/2014/main" id="{6EE18F80-A702-40A2-8B9F-B2C07C99D3DF}"/>
              </a:ext>
            </a:extLst>
          </p:cNvPr>
          <p:cNvSpPr/>
          <p:nvPr userDrawn="1"/>
        </p:nvSpPr>
        <p:spPr bwMode="gray">
          <a:xfrm>
            <a:off x="0" y="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49" name="Rechteck 148">
            <a:extLst>
              <a:ext uri="{FF2B5EF4-FFF2-40B4-BE49-F238E27FC236}">
                <a16:creationId xmlns:a16="http://schemas.microsoft.com/office/drawing/2014/main" id="{6D3B9504-22EE-49E7-ACDB-A2C1ABC196ED}"/>
              </a:ext>
            </a:extLst>
          </p:cNvPr>
          <p:cNvSpPr/>
          <p:nvPr userDrawn="1"/>
        </p:nvSpPr>
        <p:spPr bwMode="gray">
          <a:xfrm>
            <a:off x="792085" y="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3" name="Textfeld 162">
            <a:extLst>
              <a:ext uri="{FF2B5EF4-FFF2-40B4-BE49-F238E27FC236}">
                <a16:creationId xmlns:a16="http://schemas.microsoft.com/office/drawing/2014/main" id="{062E76F6-14E3-43DC-A946-DBBC71D9C9B5}"/>
              </a:ext>
            </a:extLst>
          </p:cNvPr>
          <p:cNvSpPr txBox="1"/>
          <p:nvPr userDrawn="1"/>
        </p:nvSpPr>
        <p:spPr>
          <a:xfrm>
            <a:off x="395015" y="5348772"/>
            <a:ext cx="3096344" cy="699404"/>
          </a:xfrm>
          <a:prstGeom prst="rect">
            <a:avLst/>
          </a:prstGeom>
          <a:noFill/>
        </p:spPr>
        <p:txBody>
          <a:bodyPr wrap="square" lIns="0" tIns="144000" rIns="0" bIns="0" rtlCol="0">
            <a:spAutoFit/>
          </a:bodyPr>
          <a:lstStyle/>
          <a:p>
            <a:pPr marL="0" indent="0">
              <a:spcBef>
                <a:spcPts val="60"/>
              </a:spcBef>
              <a:buClr>
                <a:schemeClr val="tx2"/>
              </a:buClr>
              <a:buSzPct val="150000"/>
              <a:buFont typeface="Calibri" panose="020F0502020204030204" pitchFamily="34" charset="0"/>
              <a:buNone/>
            </a:pPr>
            <a:r>
              <a:rPr lang="de-DE" sz="3600" b="1" cap="all" baseline="0" dirty="0">
                <a:solidFill>
                  <a:schemeClr val="tx1"/>
                </a:solidFill>
              </a:rPr>
              <a:t>Agenda</a:t>
            </a:r>
          </a:p>
        </p:txBody>
      </p:sp>
      <p:grpSp>
        <p:nvGrpSpPr>
          <p:cNvPr id="30" name="Gruppieren 29">
            <a:extLst>
              <a:ext uri="{FF2B5EF4-FFF2-40B4-BE49-F238E27FC236}">
                <a16:creationId xmlns:a16="http://schemas.microsoft.com/office/drawing/2014/main" id="{2F189AEE-58A4-4EEF-8009-868AA46BB549}"/>
              </a:ext>
            </a:extLst>
          </p:cNvPr>
          <p:cNvGrpSpPr/>
          <p:nvPr userDrawn="1"/>
        </p:nvGrpSpPr>
        <p:grpSpPr bwMode="gray">
          <a:xfrm>
            <a:off x="395015" y="-216520"/>
            <a:ext cx="11088960" cy="72000"/>
            <a:chOff x="394680" y="-243408"/>
            <a:chExt cx="11389952" cy="216000"/>
          </a:xfrm>
        </p:grpSpPr>
        <p:cxnSp>
          <p:nvCxnSpPr>
            <p:cNvPr id="31" name="Gerader Verbinder 30">
              <a:extLst>
                <a:ext uri="{FF2B5EF4-FFF2-40B4-BE49-F238E27FC236}">
                  <a16:creationId xmlns:a16="http://schemas.microsoft.com/office/drawing/2014/main" id="{13310F6B-3362-42EA-A348-6F03C12F2CB2}"/>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47F2CBE5-E392-434D-A4DB-F848E5D5C7BD}"/>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954A0E33-D133-445A-8280-A33B74BA5E16}"/>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F5AA101B-0995-4A06-BD74-FF054B329F80}"/>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DA06AAD8-6253-438E-8920-AD68F45CC8B6}"/>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9EA4AECF-B8FC-46B8-8BB0-ED1375B9DE55}"/>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1E7C30B-05E3-44C8-8DD1-6F9BEA8EA9EE}"/>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7518AD79-6DA5-45DF-B8D0-81A2A7F6E651}"/>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BA0C9308-9B1B-456A-B0E8-9F576B61B154}"/>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6" name="Gruppieren 25">
            <a:extLst>
              <a:ext uri="{FF2B5EF4-FFF2-40B4-BE49-F238E27FC236}">
                <a16:creationId xmlns:a16="http://schemas.microsoft.com/office/drawing/2014/main" id="{18CD5979-8FB4-40EE-B12C-FEC845F59B25}"/>
              </a:ext>
            </a:extLst>
          </p:cNvPr>
          <p:cNvGrpSpPr/>
          <p:nvPr userDrawn="1"/>
        </p:nvGrpSpPr>
        <p:grpSpPr bwMode="gray">
          <a:xfrm>
            <a:off x="-217053" y="1583680"/>
            <a:ext cx="70097" cy="4356484"/>
            <a:chOff x="-456728" y="1583680"/>
            <a:chExt cx="216000" cy="4356484"/>
          </a:xfrm>
        </p:grpSpPr>
        <p:cxnSp>
          <p:nvCxnSpPr>
            <p:cNvPr id="40" name="Gerader Verbinder 39">
              <a:extLst>
                <a:ext uri="{FF2B5EF4-FFF2-40B4-BE49-F238E27FC236}">
                  <a16:creationId xmlns:a16="http://schemas.microsoft.com/office/drawing/2014/main" id="{7C7AA238-E114-4D9A-9CA1-705247EAC645}"/>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D6158E6A-3C16-4571-8074-4FFCFE1DF6C4}"/>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192955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 zweispalti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15" name="Textplatzhalter 14">
            <a:extLst>
              <a:ext uri="{FF2B5EF4-FFF2-40B4-BE49-F238E27FC236}">
                <a16:creationId xmlns:a16="http://schemas.microsoft.com/office/drawing/2014/main" id="{942FA83A-1852-4C32-85F8-FA1B9D8EEEBF}"/>
              </a:ext>
            </a:extLst>
          </p:cNvPr>
          <p:cNvSpPr>
            <a:spLocks noGrp="1"/>
          </p:cNvSpPr>
          <p:nvPr>
            <p:ph type="body" sz="quarter" idx="13" hasCustomPrompt="1"/>
          </p:nvPr>
        </p:nvSpPr>
        <p:spPr>
          <a:xfrm>
            <a:off x="3960203" y="2322801"/>
            <a:ext cx="7128000" cy="3456000"/>
          </a:xfrm>
        </p:spPr>
        <p:txBody>
          <a:bodyPr numCol="2" spcCol="792000"/>
          <a:lstStyle>
            <a:lvl1pPr marL="142875" indent="-142875">
              <a:spcBef>
                <a:spcPts val="600"/>
              </a:spcBef>
              <a:buClrTx/>
              <a:buSzPct val="100000"/>
              <a:buFont typeface="Wingdings" panose="05000000000000000000" pitchFamily="2" charset="2"/>
              <a:buChar char="§"/>
              <a:defRPr sz="1600" b="0">
                <a:solidFill>
                  <a:schemeClr val="tx1"/>
                </a:solidFill>
              </a:defRPr>
            </a:lvl1pPr>
            <a:lvl2pPr marL="144000" indent="0">
              <a:spcBef>
                <a:spcPts val="600"/>
              </a:spcBef>
              <a:buClrTx/>
              <a:buSzPct val="100000"/>
              <a:buFontTx/>
              <a:buNone/>
              <a:defRPr sz="1600" b="0">
                <a:solidFill>
                  <a:schemeClr val="tx1"/>
                </a:solidFill>
              </a:defRPr>
            </a:lvl2pPr>
            <a:lvl3pPr marL="144000" indent="0">
              <a:spcBef>
                <a:spcPts val="600"/>
              </a:spcBef>
              <a:buClrTx/>
              <a:buFontTx/>
              <a:buNone/>
              <a:defRPr sz="1600" b="0">
                <a:solidFill>
                  <a:schemeClr val="tx1"/>
                </a:solidFill>
              </a:defRPr>
            </a:lvl3pPr>
            <a:lvl4pPr marL="144000" indent="0">
              <a:spcBef>
                <a:spcPts val="600"/>
              </a:spcBef>
              <a:buClrTx/>
              <a:buFontTx/>
              <a:buNone/>
              <a:defRPr sz="1600" b="0">
                <a:solidFill>
                  <a:schemeClr val="tx1"/>
                </a:solidFill>
              </a:defRPr>
            </a:lvl4pPr>
            <a:lvl5pPr marL="144000" indent="0">
              <a:spcBef>
                <a:spcPts val="600"/>
              </a:spcBef>
              <a:buClrTx/>
              <a:buFontTx/>
              <a:buNone/>
              <a:defRPr sz="1600" b="0">
                <a:solidFill>
                  <a:schemeClr val="tx1"/>
                </a:solidFill>
              </a:defRPr>
            </a:lvl5pPr>
            <a:lvl6pPr marL="144000" indent="0">
              <a:spcBef>
                <a:spcPts val="600"/>
              </a:spcBef>
              <a:buClrTx/>
              <a:buFontTx/>
              <a:buNone/>
              <a:defRPr sz="1600" b="0">
                <a:solidFill>
                  <a:schemeClr val="tx1"/>
                </a:solidFill>
              </a:defRPr>
            </a:lvl6pPr>
            <a:lvl7pPr marL="144000" indent="0">
              <a:spcBef>
                <a:spcPts val="600"/>
              </a:spcBef>
              <a:buClrTx/>
              <a:buFontTx/>
              <a:buNone/>
              <a:defRPr sz="1600" b="0">
                <a:solidFill>
                  <a:schemeClr val="tx1"/>
                </a:solidFill>
              </a:defRPr>
            </a:lvl7pPr>
            <a:lvl8pPr marL="144000" indent="0">
              <a:spcBef>
                <a:spcPts val="600"/>
              </a:spcBef>
              <a:buClrTx/>
              <a:buFontTx/>
              <a:buNone/>
              <a:defRPr sz="1600" b="0">
                <a:solidFill>
                  <a:schemeClr val="tx1"/>
                </a:solidFill>
              </a:defRPr>
            </a:lvl8pPr>
            <a:lvl9pPr marL="144000" indent="0">
              <a:spcBef>
                <a:spcPts val="600"/>
              </a:spcBef>
              <a:buClrTx/>
              <a:buFontTx/>
              <a:buNone/>
              <a:defRPr sz="1600" b="0">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Rechteck 4">
            <a:extLst>
              <a:ext uri="{FF2B5EF4-FFF2-40B4-BE49-F238E27FC236}">
                <a16:creationId xmlns:a16="http://schemas.microsoft.com/office/drawing/2014/main" id="{803F9C55-1767-45D2-87AF-7F784CFECC0B}"/>
              </a:ext>
            </a:extLst>
          </p:cNvPr>
          <p:cNvSpPr/>
          <p:nvPr userDrawn="1"/>
        </p:nvSpPr>
        <p:spPr bwMode="gray">
          <a:xfrm>
            <a:off x="0" y="158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311EC3D9-EA14-4EEE-8576-CEB5BED0AA18}"/>
              </a:ext>
            </a:extLst>
          </p:cNvPr>
          <p:cNvSpPr/>
          <p:nvPr userDrawn="1"/>
        </p:nvSpPr>
        <p:spPr bwMode="gray">
          <a:xfrm>
            <a:off x="1584170" y="2375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8" name="Rechteck 7">
            <a:extLst>
              <a:ext uri="{FF2B5EF4-FFF2-40B4-BE49-F238E27FC236}">
                <a16:creationId xmlns:a16="http://schemas.microsoft.com/office/drawing/2014/main" id="{FF92DB8C-4D01-4DE8-B94C-6453F2A3FB45}"/>
              </a:ext>
            </a:extLst>
          </p:cNvPr>
          <p:cNvSpPr/>
          <p:nvPr userDrawn="1"/>
        </p:nvSpPr>
        <p:spPr bwMode="gray">
          <a:xfrm>
            <a:off x="1584170" y="158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DA6ED10D-51B2-442A-90DD-36439C82FAED}"/>
              </a:ext>
            </a:extLst>
          </p:cNvPr>
          <p:cNvSpPr/>
          <p:nvPr userDrawn="1"/>
        </p:nvSpPr>
        <p:spPr bwMode="gray">
          <a:xfrm>
            <a:off x="2376255" y="158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9585FD67-6704-4E86-B6E4-ED6F45997222}"/>
              </a:ext>
            </a:extLst>
          </p:cNvPr>
          <p:cNvSpPr/>
          <p:nvPr userDrawn="1"/>
        </p:nvSpPr>
        <p:spPr bwMode="gray">
          <a:xfrm>
            <a:off x="792085" y="791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45" name="Rechteck 144">
            <a:extLst>
              <a:ext uri="{FF2B5EF4-FFF2-40B4-BE49-F238E27FC236}">
                <a16:creationId xmlns:a16="http://schemas.microsoft.com/office/drawing/2014/main" id="{F78F0B4B-7A20-4B5B-8B9D-BDD888362738}"/>
              </a:ext>
            </a:extLst>
          </p:cNvPr>
          <p:cNvSpPr/>
          <p:nvPr userDrawn="1"/>
        </p:nvSpPr>
        <p:spPr bwMode="gray">
          <a:xfrm>
            <a:off x="1584170" y="791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47" name="Rechteck 146">
            <a:extLst>
              <a:ext uri="{FF2B5EF4-FFF2-40B4-BE49-F238E27FC236}">
                <a16:creationId xmlns:a16="http://schemas.microsoft.com/office/drawing/2014/main" id="{6EE18F80-A702-40A2-8B9F-B2C07C99D3DF}"/>
              </a:ext>
            </a:extLst>
          </p:cNvPr>
          <p:cNvSpPr/>
          <p:nvPr userDrawn="1"/>
        </p:nvSpPr>
        <p:spPr bwMode="gray">
          <a:xfrm>
            <a:off x="0" y="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49" name="Rechteck 148">
            <a:extLst>
              <a:ext uri="{FF2B5EF4-FFF2-40B4-BE49-F238E27FC236}">
                <a16:creationId xmlns:a16="http://schemas.microsoft.com/office/drawing/2014/main" id="{6D3B9504-22EE-49E7-ACDB-A2C1ABC196ED}"/>
              </a:ext>
            </a:extLst>
          </p:cNvPr>
          <p:cNvSpPr/>
          <p:nvPr userDrawn="1"/>
        </p:nvSpPr>
        <p:spPr bwMode="gray">
          <a:xfrm>
            <a:off x="792085" y="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3" name="Textfeld 162">
            <a:extLst>
              <a:ext uri="{FF2B5EF4-FFF2-40B4-BE49-F238E27FC236}">
                <a16:creationId xmlns:a16="http://schemas.microsoft.com/office/drawing/2014/main" id="{062E76F6-14E3-43DC-A946-DBBC71D9C9B5}"/>
              </a:ext>
            </a:extLst>
          </p:cNvPr>
          <p:cNvSpPr txBox="1"/>
          <p:nvPr userDrawn="1"/>
        </p:nvSpPr>
        <p:spPr>
          <a:xfrm>
            <a:off x="395015" y="5348772"/>
            <a:ext cx="3096344" cy="699404"/>
          </a:xfrm>
          <a:prstGeom prst="rect">
            <a:avLst/>
          </a:prstGeom>
          <a:noFill/>
        </p:spPr>
        <p:txBody>
          <a:bodyPr wrap="square" lIns="0" tIns="144000" rIns="0" bIns="0" rtlCol="0">
            <a:spAutoFit/>
          </a:bodyPr>
          <a:lstStyle/>
          <a:p>
            <a:pPr marL="0" indent="0">
              <a:spcBef>
                <a:spcPts val="60"/>
              </a:spcBef>
              <a:buClr>
                <a:schemeClr val="tx2"/>
              </a:buClr>
              <a:buSzPct val="150000"/>
              <a:buFont typeface="Calibri" panose="020F0502020204030204" pitchFamily="34" charset="0"/>
              <a:buNone/>
            </a:pPr>
            <a:r>
              <a:rPr lang="de-DE" sz="3600" b="1" cap="all" baseline="0" dirty="0">
                <a:solidFill>
                  <a:schemeClr val="tx1"/>
                </a:solidFill>
              </a:rPr>
              <a:t>Agenda</a:t>
            </a:r>
          </a:p>
        </p:txBody>
      </p:sp>
      <p:grpSp>
        <p:nvGrpSpPr>
          <p:cNvPr id="30" name="Gruppieren 29">
            <a:extLst>
              <a:ext uri="{FF2B5EF4-FFF2-40B4-BE49-F238E27FC236}">
                <a16:creationId xmlns:a16="http://schemas.microsoft.com/office/drawing/2014/main" id="{2F189AEE-58A4-4EEF-8009-868AA46BB549}"/>
              </a:ext>
            </a:extLst>
          </p:cNvPr>
          <p:cNvGrpSpPr/>
          <p:nvPr userDrawn="1"/>
        </p:nvGrpSpPr>
        <p:grpSpPr bwMode="gray">
          <a:xfrm>
            <a:off x="395015" y="-216520"/>
            <a:ext cx="11088960" cy="72000"/>
            <a:chOff x="394680" y="-243408"/>
            <a:chExt cx="11389952" cy="216000"/>
          </a:xfrm>
        </p:grpSpPr>
        <p:cxnSp>
          <p:nvCxnSpPr>
            <p:cNvPr id="31" name="Gerader Verbinder 30">
              <a:extLst>
                <a:ext uri="{FF2B5EF4-FFF2-40B4-BE49-F238E27FC236}">
                  <a16:creationId xmlns:a16="http://schemas.microsoft.com/office/drawing/2014/main" id="{13310F6B-3362-42EA-A348-6F03C12F2CB2}"/>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47F2CBE5-E392-434D-A4DB-F848E5D5C7BD}"/>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954A0E33-D133-445A-8280-A33B74BA5E16}"/>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F5AA101B-0995-4A06-BD74-FF054B329F80}"/>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DA06AAD8-6253-438E-8920-AD68F45CC8B6}"/>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9EA4AECF-B8FC-46B8-8BB0-ED1375B9DE55}"/>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91E7C30B-05E3-44C8-8DD1-6F9BEA8EA9EE}"/>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7518AD79-6DA5-45DF-B8D0-81A2A7F6E651}"/>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BA0C9308-9B1B-456A-B0E8-9F576B61B154}"/>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6" name="Gruppieren 25">
            <a:extLst>
              <a:ext uri="{FF2B5EF4-FFF2-40B4-BE49-F238E27FC236}">
                <a16:creationId xmlns:a16="http://schemas.microsoft.com/office/drawing/2014/main" id="{868FEB3B-8D08-4304-A685-058703332859}"/>
              </a:ext>
            </a:extLst>
          </p:cNvPr>
          <p:cNvGrpSpPr/>
          <p:nvPr userDrawn="1"/>
        </p:nvGrpSpPr>
        <p:grpSpPr bwMode="gray">
          <a:xfrm>
            <a:off x="-217053" y="1583680"/>
            <a:ext cx="70097" cy="4356484"/>
            <a:chOff x="-456728" y="1583680"/>
            <a:chExt cx="216000" cy="4356484"/>
          </a:xfrm>
        </p:grpSpPr>
        <p:cxnSp>
          <p:nvCxnSpPr>
            <p:cNvPr id="40" name="Gerader Verbinder 39">
              <a:extLst>
                <a:ext uri="{FF2B5EF4-FFF2-40B4-BE49-F238E27FC236}">
                  <a16:creationId xmlns:a16="http://schemas.microsoft.com/office/drawing/2014/main" id="{B2FE2099-8D4E-4902-964C-93ABA15542BE}"/>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939719BE-F885-40B0-9AC4-CFC1A82CD92D}"/>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773621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Kapiteltrenner">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userDrawn="1">
            <p:ph type="title" hasCustomPrompt="1"/>
          </p:nvPr>
        </p:nvSpPr>
        <p:spPr>
          <a:xfrm>
            <a:off x="792085" y="1152000"/>
            <a:ext cx="6082930" cy="2916000"/>
          </a:xfrm>
        </p:spPr>
        <p:txBody>
          <a:bodyPr anchor="b" anchorCtr="0"/>
          <a:lstStyle>
            <a:lvl1pPr>
              <a:defRPr sz="3600" b="1" cap="none" spc="0" baseline="0">
                <a:solidFill>
                  <a:schemeClr val="tx1"/>
                </a:solidFill>
              </a:defRPr>
            </a:lvl1pPr>
          </a:lstStyle>
          <a:p>
            <a:r>
              <a:rPr lang="de-DE" dirty="0"/>
              <a:t>Titel hinzufügen</a:t>
            </a:r>
          </a:p>
        </p:txBody>
      </p:sp>
      <p:sp>
        <p:nvSpPr>
          <p:cNvPr id="162" name="Rechteck 161">
            <a:extLst>
              <a:ext uri="{FF2B5EF4-FFF2-40B4-BE49-F238E27FC236}">
                <a16:creationId xmlns:a16="http://schemas.microsoft.com/office/drawing/2014/main" id="{EF618D3B-6754-4F49-9961-A18D5F08902E}"/>
              </a:ext>
            </a:extLst>
          </p:cNvPr>
          <p:cNvSpPr/>
          <p:nvPr userDrawn="1"/>
        </p:nvSpPr>
        <p:spPr bwMode="gray">
          <a:xfrm>
            <a:off x="9503004" y="3959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4" name="Rechteck 163">
            <a:extLst>
              <a:ext uri="{FF2B5EF4-FFF2-40B4-BE49-F238E27FC236}">
                <a16:creationId xmlns:a16="http://schemas.microsoft.com/office/drawing/2014/main" id="{B3422F05-5790-4345-B3C0-09478627D2B3}"/>
              </a:ext>
            </a:extLst>
          </p:cNvPr>
          <p:cNvSpPr/>
          <p:nvPr userDrawn="1"/>
        </p:nvSpPr>
        <p:spPr bwMode="gray">
          <a:xfrm>
            <a:off x="10295089" y="5543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6" name="Rechteck 165">
            <a:extLst>
              <a:ext uri="{FF2B5EF4-FFF2-40B4-BE49-F238E27FC236}">
                <a16:creationId xmlns:a16="http://schemas.microsoft.com/office/drawing/2014/main" id="{283AD89D-B8EB-44D9-BBE6-AE6040DEE71F}"/>
              </a:ext>
            </a:extLst>
          </p:cNvPr>
          <p:cNvSpPr/>
          <p:nvPr userDrawn="1"/>
        </p:nvSpPr>
        <p:spPr bwMode="gray">
          <a:xfrm>
            <a:off x="10295089"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84DBDCE3-55BF-4DF9-ACDD-5B774987835D}"/>
              </a:ext>
            </a:extLst>
          </p:cNvPr>
          <p:cNvSpPr/>
          <p:nvPr userDrawn="1"/>
        </p:nvSpPr>
        <p:spPr bwMode="gray">
          <a:xfrm>
            <a:off x="8710919" y="2375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8" name="Rechteck 7">
            <a:extLst>
              <a:ext uri="{FF2B5EF4-FFF2-40B4-BE49-F238E27FC236}">
                <a16:creationId xmlns:a16="http://schemas.microsoft.com/office/drawing/2014/main" id="{5F010E6E-D536-4F84-8D9D-F22E93789904}"/>
              </a:ext>
            </a:extLst>
          </p:cNvPr>
          <p:cNvSpPr/>
          <p:nvPr userDrawn="1"/>
        </p:nvSpPr>
        <p:spPr bwMode="gray">
          <a:xfrm>
            <a:off x="11087176"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79624E92-FCF5-4795-932D-BB415B5A5E5E}"/>
              </a:ext>
            </a:extLst>
          </p:cNvPr>
          <p:cNvSpPr/>
          <p:nvPr userDrawn="1"/>
        </p:nvSpPr>
        <p:spPr bwMode="gray">
          <a:xfrm>
            <a:off x="11087176" y="3167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8FDEE378-57E5-46F7-9A0A-99F6E393F7BE}"/>
              </a:ext>
            </a:extLst>
          </p:cNvPr>
          <p:cNvSpPr/>
          <p:nvPr userDrawn="1"/>
        </p:nvSpPr>
        <p:spPr bwMode="gray">
          <a:xfrm>
            <a:off x="9503004" y="3167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1" name="Rechteck 10">
            <a:extLst>
              <a:ext uri="{FF2B5EF4-FFF2-40B4-BE49-F238E27FC236}">
                <a16:creationId xmlns:a16="http://schemas.microsoft.com/office/drawing/2014/main" id="{6FCAFF2D-8FE2-46BF-9863-DBC26069D4D9}"/>
              </a:ext>
            </a:extLst>
          </p:cNvPr>
          <p:cNvSpPr/>
          <p:nvPr userDrawn="1"/>
        </p:nvSpPr>
        <p:spPr bwMode="gray">
          <a:xfrm>
            <a:off x="10295089" y="3959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28" name="Gruppieren 27">
            <a:extLst>
              <a:ext uri="{FF2B5EF4-FFF2-40B4-BE49-F238E27FC236}">
                <a16:creationId xmlns:a16="http://schemas.microsoft.com/office/drawing/2014/main" id="{716CA577-3637-4AD1-88FB-A5558AB07A14}"/>
              </a:ext>
            </a:extLst>
          </p:cNvPr>
          <p:cNvGrpSpPr/>
          <p:nvPr userDrawn="1"/>
        </p:nvGrpSpPr>
        <p:grpSpPr bwMode="gray">
          <a:xfrm>
            <a:off x="395015" y="-216520"/>
            <a:ext cx="11088960" cy="72000"/>
            <a:chOff x="394680" y="-243408"/>
            <a:chExt cx="11389952" cy="216000"/>
          </a:xfrm>
        </p:grpSpPr>
        <p:cxnSp>
          <p:nvCxnSpPr>
            <p:cNvPr id="29" name="Gerader Verbinder 28">
              <a:extLst>
                <a:ext uri="{FF2B5EF4-FFF2-40B4-BE49-F238E27FC236}">
                  <a16:creationId xmlns:a16="http://schemas.microsoft.com/office/drawing/2014/main" id="{72047D9E-EBEC-4DB3-884E-4B38B1C01D4F}"/>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CF4DD67A-2FEE-47F1-9D16-2F3762477E37}"/>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AD8E90E-DC0E-403E-BAD6-47E2FA6C2DDA}"/>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C1E505E-91F7-40BA-9F58-E607D5E0CE85}"/>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6F4C3B3-F45C-45D0-8195-46A36CC72DD4}"/>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B50C4DDD-D3AC-44A0-8AEC-F2466322F520}"/>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D3A4B85-A255-4AC9-9AA5-218362596CDE}"/>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845BAA14-DF1C-4A36-B261-17B5837E3903}"/>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23DAA809-737D-44F8-9656-FECFA6EAF6ED}"/>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Textplatzhalter 14">
            <a:extLst>
              <a:ext uri="{FF2B5EF4-FFF2-40B4-BE49-F238E27FC236}">
                <a16:creationId xmlns:a16="http://schemas.microsoft.com/office/drawing/2014/main" id="{9EB30F73-DBF6-4509-B478-29D72A94BEE9}"/>
              </a:ext>
            </a:extLst>
          </p:cNvPr>
          <p:cNvSpPr>
            <a:spLocks noGrp="1"/>
          </p:cNvSpPr>
          <p:nvPr>
            <p:ph type="body" sz="quarter" idx="13" hasCustomPrompt="1"/>
          </p:nvPr>
        </p:nvSpPr>
        <p:spPr>
          <a:xfrm>
            <a:off x="792085" y="4248136"/>
            <a:ext cx="6082930" cy="1440000"/>
          </a:xfrm>
        </p:spPr>
        <p:txBody>
          <a:bodyPr/>
          <a:lstStyle>
            <a:lvl1pPr marL="0" indent="0">
              <a:buFont typeface="Arial" panose="020B0604020202020204" pitchFamily="34" charset="0"/>
              <a:buNone/>
              <a:defRPr sz="1800" b="0">
                <a:solidFill>
                  <a:schemeClr val="tx1"/>
                </a:solidFill>
              </a:defRPr>
            </a:lvl1pPr>
            <a:lvl2pPr marL="0" indent="0">
              <a:buFont typeface="Arial" panose="020B0604020202020204" pitchFamily="34" charset="0"/>
              <a:buNone/>
              <a:defRPr sz="1800" b="0">
                <a:solidFill>
                  <a:schemeClr val="tx1"/>
                </a:solidFill>
              </a:defRPr>
            </a:lvl2pPr>
            <a:lvl3pPr marL="0" indent="0">
              <a:buNone/>
              <a:defRPr sz="1800" b="0">
                <a:solidFill>
                  <a:schemeClr val="tx1"/>
                </a:solidFill>
              </a:defRPr>
            </a:lvl3pPr>
            <a:lvl4pPr marL="0" indent="0">
              <a:buNone/>
              <a:defRPr sz="1800" b="0">
                <a:solidFill>
                  <a:schemeClr val="tx1"/>
                </a:solidFill>
              </a:defRPr>
            </a:lvl4pPr>
            <a:lvl5pPr marL="0" indent="0">
              <a:buNone/>
              <a:defRPr sz="1800" b="0">
                <a:solidFill>
                  <a:schemeClr val="tx1"/>
                </a:solidFill>
              </a:defRPr>
            </a:lvl5pPr>
            <a:lvl6pPr marL="0" indent="0">
              <a:buNone/>
              <a:defRPr sz="1800" b="0">
                <a:solidFill>
                  <a:schemeClr val="tx1"/>
                </a:solidFill>
              </a:defRPr>
            </a:lvl6pPr>
            <a:lvl7pPr marL="0" indent="0">
              <a:buNone/>
              <a:defRPr sz="1800" b="0">
                <a:solidFill>
                  <a:schemeClr val="tx1"/>
                </a:solidFill>
              </a:defRPr>
            </a:lvl7pPr>
            <a:lvl8pPr marL="0" indent="0">
              <a:buNone/>
              <a:defRPr sz="1800" b="0">
                <a:solidFill>
                  <a:schemeClr val="tx1"/>
                </a:solidFill>
              </a:defRPr>
            </a:lvl8pPr>
            <a:lvl9pPr marL="0" indent="0">
              <a:buNone/>
              <a:defRPr sz="1800" b="0">
                <a:solidFill>
                  <a:schemeClr val="tx1"/>
                </a:solidFill>
              </a:defRPr>
            </a:lvl9pPr>
          </a:lstStyle>
          <a:p>
            <a:pPr lvl="0"/>
            <a:r>
              <a:rPr lang="de-DE" dirty="0"/>
              <a:t>Optionale Kurzbeschreibung des Kapitels.</a:t>
            </a:r>
          </a:p>
        </p:txBody>
      </p:sp>
      <p:grpSp>
        <p:nvGrpSpPr>
          <p:cNvPr id="39" name="Gruppieren 38">
            <a:extLst>
              <a:ext uri="{FF2B5EF4-FFF2-40B4-BE49-F238E27FC236}">
                <a16:creationId xmlns:a16="http://schemas.microsoft.com/office/drawing/2014/main" id="{C3BF8B79-0CA2-45C3-BE25-DADD7951F6E0}"/>
              </a:ext>
            </a:extLst>
          </p:cNvPr>
          <p:cNvGrpSpPr/>
          <p:nvPr userDrawn="1"/>
        </p:nvGrpSpPr>
        <p:grpSpPr bwMode="gray">
          <a:xfrm>
            <a:off x="-217053" y="1583680"/>
            <a:ext cx="70097" cy="4356484"/>
            <a:chOff x="-456728" y="1583680"/>
            <a:chExt cx="216000" cy="4356484"/>
          </a:xfrm>
        </p:grpSpPr>
        <p:cxnSp>
          <p:nvCxnSpPr>
            <p:cNvPr id="40" name="Gerader Verbinder 39">
              <a:extLst>
                <a:ext uri="{FF2B5EF4-FFF2-40B4-BE49-F238E27FC236}">
                  <a16:creationId xmlns:a16="http://schemas.microsoft.com/office/drawing/2014/main" id="{F65FC227-D56C-4A40-B21B-FAC922F9AE1D}"/>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CE71CA5D-639A-41FB-A3D8-86567CA9DF3B}"/>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80746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Kapiteltrenner | mint">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5B71E12A-35D1-49E3-AB43-B07D4130CA25}"/>
              </a:ext>
            </a:extLst>
          </p:cNvPr>
          <p:cNvSpPr/>
          <p:nvPr userDrawn="1"/>
        </p:nvSpPr>
        <p:spPr>
          <a:xfrm>
            <a:off x="0" y="-288"/>
            <a:ext cx="11879263" cy="633571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900"/>
              </a:spcBef>
            </a:pPr>
            <a:endParaRPr lang="de-DE" sz="2000" dirty="0">
              <a:solidFill>
                <a:schemeClr val="tx1"/>
              </a:solidFill>
            </a:endParaRPr>
          </a:p>
        </p:txBody>
      </p:sp>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userDrawn="1">
            <p:ph type="title" hasCustomPrompt="1"/>
          </p:nvPr>
        </p:nvSpPr>
        <p:spPr bwMode="white">
          <a:xfrm>
            <a:off x="792085" y="1151651"/>
            <a:ext cx="6082930" cy="2916305"/>
          </a:xfrm>
        </p:spPr>
        <p:txBody>
          <a:bodyPr anchor="b" anchorCtr="0"/>
          <a:lstStyle>
            <a:lvl1pPr>
              <a:defRPr sz="3600" b="1" cap="none" spc="0" baseline="0">
                <a:solidFill>
                  <a:schemeClr val="bg1"/>
                </a:solidFill>
              </a:defRPr>
            </a:lvl1pPr>
          </a:lstStyle>
          <a:p>
            <a:r>
              <a:rPr lang="de-DE" dirty="0"/>
              <a:t>Titel hinzufügen</a:t>
            </a:r>
          </a:p>
        </p:txBody>
      </p:sp>
      <p:sp>
        <p:nvSpPr>
          <p:cNvPr id="162" name="Rechteck 161">
            <a:extLst>
              <a:ext uri="{FF2B5EF4-FFF2-40B4-BE49-F238E27FC236}">
                <a16:creationId xmlns:a16="http://schemas.microsoft.com/office/drawing/2014/main" id="{EF618D3B-6754-4F49-9961-A18D5F08902E}"/>
              </a:ext>
            </a:extLst>
          </p:cNvPr>
          <p:cNvSpPr/>
          <p:nvPr userDrawn="1"/>
        </p:nvSpPr>
        <p:spPr bwMode="gray">
          <a:xfrm>
            <a:off x="9503004" y="3959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4" name="Rechteck 163">
            <a:extLst>
              <a:ext uri="{FF2B5EF4-FFF2-40B4-BE49-F238E27FC236}">
                <a16:creationId xmlns:a16="http://schemas.microsoft.com/office/drawing/2014/main" id="{B3422F05-5790-4345-B3C0-09478627D2B3}"/>
              </a:ext>
            </a:extLst>
          </p:cNvPr>
          <p:cNvSpPr/>
          <p:nvPr userDrawn="1"/>
        </p:nvSpPr>
        <p:spPr bwMode="gray">
          <a:xfrm>
            <a:off x="10295089" y="5543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6" name="Rechteck 165">
            <a:extLst>
              <a:ext uri="{FF2B5EF4-FFF2-40B4-BE49-F238E27FC236}">
                <a16:creationId xmlns:a16="http://schemas.microsoft.com/office/drawing/2014/main" id="{283AD89D-B8EB-44D9-BBE6-AE6040DEE71F}"/>
              </a:ext>
            </a:extLst>
          </p:cNvPr>
          <p:cNvSpPr/>
          <p:nvPr userDrawn="1"/>
        </p:nvSpPr>
        <p:spPr bwMode="gray">
          <a:xfrm>
            <a:off x="10295089"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84DBDCE3-55BF-4DF9-ACDD-5B774987835D}"/>
              </a:ext>
            </a:extLst>
          </p:cNvPr>
          <p:cNvSpPr/>
          <p:nvPr userDrawn="1"/>
        </p:nvSpPr>
        <p:spPr bwMode="gray">
          <a:xfrm>
            <a:off x="8710919" y="2375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8" name="Rechteck 7">
            <a:extLst>
              <a:ext uri="{FF2B5EF4-FFF2-40B4-BE49-F238E27FC236}">
                <a16:creationId xmlns:a16="http://schemas.microsoft.com/office/drawing/2014/main" id="{5F010E6E-D536-4F84-8D9D-F22E93789904}"/>
              </a:ext>
            </a:extLst>
          </p:cNvPr>
          <p:cNvSpPr/>
          <p:nvPr userDrawn="1"/>
        </p:nvSpPr>
        <p:spPr bwMode="gray">
          <a:xfrm>
            <a:off x="11087176" y="4751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79624E92-FCF5-4795-932D-BB415B5A5E5E}"/>
              </a:ext>
            </a:extLst>
          </p:cNvPr>
          <p:cNvSpPr/>
          <p:nvPr userDrawn="1"/>
        </p:nvSpPr>
        <p:spPr bwMode="gray">
          <a:xfrm>
            <a:off x="11087176" y="3167713"/>
            <a:ext cx="792000"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8FDEE378-57E5-46F7-9A0A-99F6E393F7BE}"/>
              </a:ext>
            </a:extLst>
          </p:cNvPr>
          <p:cNvSpPr/>
          <p:nvPr userDrawn="1"/>
        </p:nvSpPr>
        <p:spPr bwMode="gray">
          <a:xfrm>
            <a:off x="9503004" y="3167713"/>
            <a:ext cx="792083" cy="792000"/>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1" name="Rechteck 10">
            <a:extLst>
              <a:ext uri="{FF2B5EF4-FFF2-40B4-BE49-F238E27FC236}">
                <a16:creationId xmlns:a16="http://schemas.microsoft.com/office/drawing/2014/main" id="{6FCAFF2D-8FE2-46BF-9863-DBC26069D4D9}"/>
              </a:ext>
            </a:extLst>
          </p:cNvPr>
          <p:cNvSpPr/>
          <p:nvPr userDrawn="1"/>
        </p:nvSpPr>
        <p:spPr bwMode="gray">
          <a:xfrm>
            <a:off x="10295090" y="3959425"/>
            <a:ext cx="792085" cy="792288"/>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29" name="Gruppieren 28">
            <a:extLst>
              <a:ext uri="{FF2B5EF4-FFF2-40B4-BE49-F238E27FC236}">
                <a16:creationId xmlns:a16="http://schemas.microsoft.com/office/drawing/2014/main" id="{D5212C7B-8298-42C3-8178-DFE507E164B4}"/>
              </a:ext>
            </a:extLst>
          </p:cNvPr>
          <p:cNvGrpSpPr/>
          <p:nvPr userDrawn="1"/>
        </p:nvGrpSpPr>
        <p:grpSpPr bwMode="gray">
          <a:xfrm>
            <a:off x="395015" y="-216520"/>
            <a:ext cx="11088960" cy="72000"/>
            <a:chOff x="394680" y="-243408"/>
            <a:chExt cx="11389952" cy="216000"/>
          </a:xfrm>
        </p:grpSpPr>
        <p:cxnSp>
          <p:nvCxnSpPr>
            <p:cNvPr id="30" name="Gerader Verbinder 29">
              <a:extLst>
                <a:ext uri="{FF2B5EF4-FFF2-40B4-BE49-F238E27FC236}">
                  <a16:creationId xmlns:a16="http://schemas.microsoft.com/office/drawing/2014/main" id="{CE349E16-4FB6-42EE-8231-D4567967F535}"/>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51780B7E-B363-46B9-AD6E-A0356A69EC2D}"/>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C6FDE2A8-E05E-47F9-8802-AFC54FA414DF}"/>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401B14EB-CF6F-4C8F-85FD-E1A600C346B9}"/>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57854D7D-F5AE-4119-A9DF-B46A850D9D50}"/>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39F62F49-41ED-44D9-AF78-3D9E5B936EC2}"/>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1A000600-B903-4F20-BEFB-714EBF5661E0}"/>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43772E37-E1EF-45D6-92C7-C83E0CDA2DB5}"/>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E9F63C3-3AFD-406D-8FAA-93D6B53979AC}"/>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0" name="Textplatzhalter 14">
            <a:extLst>
              <a:ext uri="{FF2B5EF4-FFF2-40B4-BE49-F238E27FC236}">
                <a16:creationId xmlns:a16="http://schemas.microsoft.com/office/drawing/2014/main" id="{EC20009B-7A49-4A82-A2F8-F3406E04788F}"/>
              </a:ext>
            </a:extLst>
          </p:cNvPr>
          <p:cNvSpPr>
            <a:spLocks noGrp="1"/>
          </p:cNvSpPr>
          <p:nvPr>
            <p:ph type="body" sz="quarter" idx="13" hasCustomPrompt="1"/>
          </p:nvPr>
        </p:nvSpPr>
        <p:spPr>
          <a:xfrm>
            <a:off x="792085" y="4248136"/>
            <a:ext cx="6082930" cy="1440000"/>
          </a:xfrm>
        </p:spPr>
        <p:txBody>
          <a:bodyPr/>
          <a:lstStyle>
            <a:lvl1pPr marL="0" indent="0">
              <a:buFont typeface="Arial" panose="020B0604020202020204" pitchFamily="34" charset="0"/>
              <a:buNone/>
              <a:defRPr sz="1800" b="0">
                <a:solidFill>
                  <a:schemeClr val="bg1"/>
                </a:solidFill>
              </a:defRPr>
            </a:lvl1pPr>
            <a:lvl2pPr marL="0" indent="0">
              <a:buFont typeface="Arial" panose="020B0604020202020204" pitchFamily="34" charset="0"/>
              <a:buNone/>
              <a:defRPr sz="1800" b="0">
                <a:solidFill>
                  <a:schemeClr val="bg1"/>
                </a:solidFill>
              </a:defRPr>
            </a:lvl2pPr>
            <a:lvl3pPr marL="0" indent="0">
              <a:buNone/>
              <a:defRPr sz="1800" b="0">
                <a:solidFill>
                  <a:schemeClr val="bg1"/>
                </a:solidFill>
              </a:defRPr>
            </a:lvl3pPr>
            <a:lvl4pPr marL="0" indent="0">
              <a:buNone/>
              <a:defRPr sz="1800" b="0">
                <a:solidFill>
                  <a:schemeClr val="bg1"/>
                </a:solidFill>
              </a:defRPr>
            </a:lvl4pPr>
            <a:lvl5pPr marL="0" indent="0">
              <a:buNone/>
              <a:defRPr sz="1800" b="0">
                <a:solidFill>
                  <a:schemeClr val="bg1"/>
                </a:solidFill>
              </a:defRPr>
            </a:lvl5pPr>
            <a:lvl6pPr marL="0" indent="0">
              <a:buNone/>
              <a:defRPr sz="1800" b="0">
                <a:solidFill>
                  <a:schemeClr val="bg1"/>
                </a:solidFill>
              </a:defRPr>
            </a:lvl6pPr>
            <a:lvl7pPr marL="0" indent="0">
              <a:buNone/>
              <a:defRPr sz="1800" b="0">
                <a:solidFill>
                  <a:schemeClr val="bg1"/>
                </a:solidFill>
              </a:defRPr>
            </a:lvl7pPr>
            <a:lvl8pPr marL="0" indent="0">
              <a:buNone/>
              <a:defRPr sz="1800" b="0">
                <a:solidFill>
                  <a:schemeClr val="bg1"/>
                </a:solidFill>
              </a:defRPr>
            </a:lvl8pPr>
            <a:lvl9pPr marL="0" indent="0">
              <a:buNone/>
              <a:defRPr sz="1800" b="0">
                <a:solidFill>
                  <a:schemeClr val="bg1"/>
                </a:solidFill>
              </a:defRPr>
            </a:lvl9pPr>
          </a:lstStyle>
          <a:p>
            <a:pPr lvl="0"/>
            <a:r>
              <a:rPr lang="de-DE" dirty="0"/>
              <a:t>Optionale Kurzbeschreibung des Kapitels.</a:t>
            </a:r>
          </a:p>
        </p:txBody>
      </p:sp>
      <p:grpSp>
        <p:nvGrpSpPr>
          <p:cNvPr id="39" name="Gruppieren 38">
            <a:extLst>
              <a:ext uri="{FF2B5EF4-FFF2-40B4-BE49-F238E27FC236}">
                <a16:creationId xmlns:a16="http://schemas.microsoft.com/office/drawing/2014/main" id="{D3D3974C-CD84-4F33-8B4F-6389D90EE5CD}"/>
              </a:ext>
            </a:extLst>
          </p:cNvPr>
          <p:cNvGrpSpPr/>
          <p:nvPr userDrawn="1"/>
        </p:nvGrpSpPr>
        <p:grpSpPr bwMode="gray">
          <a:xfrm>
            <a:off x="-217053" y="1583680"/>
            <a:ext cx="70097" cy="4356484"/>
            <a:chOff x="-456728" y="1583680"/>
            <a:chExt cx="216000" cy="4356484"/>
          </a:xfrm>
        </p:grpSpPr>
        <p:cxnSp>
          <p:nvCxnSpPr>
            <p:cNvPr id="41" name="Gerader Verbinder 40">
              <a:extLst>
                <a:ext uri="{FF2B5EF4-FFF2-40B4-BE49-F238E27FC236}">
                  <a16:creationId xmlns:a16="http://schemas.microsoft.com/office/drawing/2014/main" id="{7681A249-243E-4C97-ABAD-55560C3160C5}"/>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92CC2589-F653-4FE5-8A54-D0F01CC58168}"/>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140681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trenner | Bild">
    <p:spTree>
      <p:nvGrpSpPr>
        <p:cNvPr id="1" name=""/>
        <p:cNvGrpSpPr/>
        <p:nvPr/>
      </p:nvGrpSpPr>
      <p:grpSpPr>
        <a:xfrm>
          <a:off x="0" y="0"/>
          <a:ext cx="0" cy="0"/>
          <a:chOff x="0" y="0"/>
          <a:chExt cx="0" cy="0"/>
        </a:xfrm>
      </p:grpSpPr>
      <p:sp>
        <p:nvSpPr>
          <p:cNvPr id="18" name="Bildplatzhalter 5">
            <a:extLst>
              <a:ext uri="{FF2B5EF4-FFF2-40B4-BE49-F238E27FC236}">
                <a16:creationId xmlns:a16="http://schemas.microsoft.com/office/drawing/2014/main" id="{451B5051-8702-4827-AF9F-3A6048A0470E}"/>
              </a:ext>
            </a:extLst>
          </p:cNvPr>
          <p:cNvSpPr>
            <a:spLocks noGrp="1"/>
          </p:cNvSpPr>
          <p:nvPr>
            <p:ph type="pic" sz="quarter" idx="27" hasCustomPrompt="1"/>
          </p:nvPr>
        </p:nvSpPr>
        <p:spPr>
          <a:xfrm>
            <a:off x="0" y="0"/>
            <a:ext cx="3962400" cy="6335713"/>
          </a:xfrm>
          <a:noFill/>
        </p:spPr>
        <p:txBody>
          <a:bodyPr vert="horz" lIns="0" tIns="0" rIns="0" bIns="864000" rtlCol="0" anchor="ctr" anchorCtr="1">
            <a:noAutofit/>
          </a:bodyPr>
          <a:lstStyle>
            <a:lvl1pPr marL="0" indent="0" algn="ctr">
              <a:buNone/>
              <a:defRPr lang="de-DE" sz="1000" b="0" dirty="0">
                <a:solidFill>
                  <a:sysClr val="windowText" lastClr="000000"/>
                </a:solidFill>
              </a:defRPr>
            </a:lvl1pPr>
          </a:lstStyle>
          <a:p>
            <a:pPr lvl="0" algn="ctr">
              <a:lnSpc>
                <a:spcPct val="100000"/>
              </a:lnSpc>
              <a:spcBef>
                <a:spcPts val="0"/>
              </a:spcBef>
            </a:pPr>
            <a:r>
              <a:rPr lang="de-DE" dirty="0"/>
              <a:t>Bild durch Klicken auf</a:t>
            </a:r>
            <a:br>
              <a:rPr lang="de-DE" dirty="0"/>
            </a:br>
            <a:r>
              <a:rPr lang="de-DE" dirty="0"/>
              <a:t> Symbol hinzufügen</a:t>
            </a:r>
          </a:p>
        </p:txBody>
      </p:sp>
      <p:sp>
        <p:nvSpPr>
          <p:cNvPr id="7" name="Titel 6">
            <a:extLst>
              <a:ext uri="{FF2B5EF4-FFF2-40B4-BE49-F238E27FC236}">
                <a16:creationId xmlns:a16="http://schemas.microsoft.com/office/drawing/2014/main" id="{B99D3C98-D3C3-4D70-9705-A2A630FA6142}"/>
              </a:ext>
            </a:extLst>
          </p:cNvPr>
          <p:cNvSpPr>
            <a:spLocks noGrp="1"/>
          </p:cNvSpPr>
          <p:nvPr userDrawn="1">
            <p:ph type="title" hasCustomPrompt="1"/>
          </p:nvPr>
        </p:nvSpPr>
        <p:spPr>
          <a:xfrm>
            <a:off x="5542291" y="1691692"/>
            <a:ext cx="4752000" cy="1512000"/>
          </a:xfrm>
        </p:spPr>
        <p:txBody>
          <a:bodyPr/>
          <a:lstStyle>
            <a:lvl1pPr>
              <a:defRPr sz="3600" b="1" spc="0" baseline="0">
                <a:solidFill>
                  <a:schemeClr val="tx1"/>
                </a:solidFill>
              </a:defRPr>
            </a:lvl1pPr>
          </a:lstStyle>
          <a:p>
            <a:r>
              <a:rPr lang="de-DE" dirty="0"/>
              <a:t>Name des aktuellen Kapitels</a:t>
            </a:r>
          </a:p>
        </p:txBody>
      </p:sp>
      <p:sp>
        <p:nvSpPr>
          <p:cNvPr id="15" name="Textplatzhalter 14">
            <a:extLst>
              <a:ext uri="{FF2B5EF4-FFF2-40B4-BE49-F238E27FC236}">
                <a16:creationId xmlns:a16="http://schemas.microsoft.com/office/drawing/2014/main" id="{942FA83A-1852-4C32-85F8-FA1B9D8EEEBF}"/>
              </a:ext>
            </a:extLst>
          </p:cNvPr>
          <p:cNvSpPr>
            <a:spLocks noGrp="1"/>
          </p:cNvSpPr>
          <p:nvPr userDrawn="1">
            <p:ph type="body" sz="quarter" idx="13" hasCustomPrompt="1"/>
          </p:nvPr>
        </p:nvSpPr>
        <p:spPr>
          <a:xfrm>
            <a:off x="5537928" y="3383816"/>
            <a:ext cx="4752000" cy="1440000"/>
          </a:xfrm>
        </p:spPr>
        <p:txBody>
          <a:bodyPr/>
          <a:lstStyle>
            <a:lvl1pPr marL="0" indent="0">
              <a:buFont typeface="Arial" panose="020B0604020202020204" pitchFamily="34" charset="0"/>
              <a:buNone/>
              <a:defRPr sz="1800" b="0">
                <a:solidFill>
                  <a:schemeClr val="tx1"/>
                </a:solidFill>
              </a:defRPr>
            </a:lvl1pPr>
            <a:lvl2pPr marL="0" indent="0">
              <a:buFont typeface="Arial" panose="020B0604020202020204" pitchFamily="34" charset="0"/>
              <a:buNone/>
              <a:defRPr sz="1800" b="0">
                <a:solidFill>
                  <a:schemeClr val="tx1"/>
                </a:solidFill>
              </a:defRPr>
            </a:lvl2pPr>
            <a:lvl3pPr marL="0" indent="0">
              <a:buNone/>
              <a:defRPr sz="1800" b="0">
                <a:solidFill>
                  <a:schemeClr val="tx1"/>
                </a:solidFill>
              </a:defRPr>
            </a:lvl3pPr>
            <a:lvl4pPr marL="0" indent="0">
              <a:buNone/>
              <a:defRPr sz="1800" b="0">
                <a:solidFill>
                  <a:schemeClr val="tx1"/>
                </a:solidFill>
              </a:defRPr>
            </a:lvl4pPr>
            <a:lvl5pPr marL="0" indent="0">
              <a:buNone/>
              <a:defRPr sz="1800" b="0">
                <a:solidFill>
                  <a:schemeClr val="tx1"/>
                </a:solidFill>
              </a:defRPr>
            </a:lvl5pPr>
            <a:lvl6pPr marL="0" indent="0">
              <a:buNone/>
              <a:defRPr sz="1800" b="0">
                <a:solidFill>
                  <a:schemeClr val="tx1"/>
                </a:solidFill>
              </a:defRPr>
            </a:lvl6pPr>
            <a:lvl7pPr marL="0" indent="0">
              <a:buNone/>
              <a:defRPr sz="1800" b="0">
                <a:solidFill>
                  <a:schemeClr val="tx1"/>
                </a:solidFill>
              </a:defRPr>
            </a:lvl7pPr>
            <a:lvl8pPr marL="0" indent="0">
              <a:buNone/>
              <a:defRPr sz="1800" b="0">
                <a:solidFill>
                  <a:schemeClr val="tx1"/>
                </a:solidFill>
              </a:defRPr>
            </a:lvl8pPr>
            <a:lvl9pPr marL="0" indent="0">
              <a:buNone/>
              <a:defRPr sz="1800" b="0">
                <a:solidFill>
                  <a:schemeClr val="tx1"/>
                </a:solidFill>
              </a:defRPr>
            </a:lvl9pPr>
          </a:lstStyle>
          <a:p>
            <a:pPr lvl="0"/>
            <a:r>
              <a:rPr lang="de-DE" dirty="0"/>
              <a:t>Optionale Kurzbeschreibung des Kapitels.</a:t>
            </a:r>
          </a:p>
        </p:txBody>
      </p:sp>
      <p:pic>
        <p:nvPicPr>
          <p:cNvPr id="3" name="Grafik 2">
            <a:extLst>
              <a:ext uri="{FF2B5EF4-FFF2-40B4-BE49-F238E27FC236}">
                <a16:creationId xmlns:a16="http://schemas.microsoft.com/office/drawing/2014/main" id="{53EE1E14-32A2-434F-A448-505E4F02C0E5}"/>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172" name="Textplatzhalter 8">
            <a:extLst>
              <a:ext uri="{FF2B5EF4-FFF2-40B4-BE49-F238E27FC236}">
                <a16:creationId xmlns:a16="http://schemas.microsoft.com/office/drawing/2014/main" id="{44347288-6856-42F3-9587-E705D8DD7FA3}"/>
              </a:ext>
            </a:extLst>
          </p:cNvPr>
          <p:cNvSpPr>
            <a:spLocks noGrp="1"/>
          </p:cNvSpPr>
          <p:nvPr>
            <p:ph type="body" sz="quarter" idx="25" hasCustomPrompt="1"/>
          </p:nvPr>
        </p:nvSpPr>
        <p:spPr>
          <a:xfrm>
            <a:off x="3170400" y="4751713"/>
            <a:ext cx="792000" cy="792000"/>
          </a:xfrm>
          <a:solidFill>
            <a:schemeClr val="tx2"/>
          </a:solidFill>
          <a:ln>
            <a:noFill/>
          </a:ln>
        </p:spPr>
        <p:txBody>
          <a:bodyPr/>
          <a:lstStyle>
            <a:lvl1pPr>
              <a:defRPr sz="100"/>
            </a:lvl1pPr>
            <a:lvl2pPr>
              <a:defRPr sz="100"/>
            </a:lvl2pPr>
            <a:lvl3pPr>
              <a:defRPr sz="100"/>
            </a:lvl3pPr>
            <a:lvl4pPr>
              <a:defRPr sz="100"/>
            </a:lvl4pPr>
            <a:lvl5pPr>
              <a:defRPr sz="100"/>
            </a:lvl5pPr>
          </a:lstStyle>
          <a:p>
            <a:pPr lvl="0"/>
            <a:r>
              <a:rPr lang="de-DE" dirty="0"/>
              <a:t> </a:t>
            </a:r>
          </a:p>
        </p:txBody>
      </p:sp>
      <p:sp>
        <p:nvSpPr>
          <p:cNvPr id="8" name="Rechteck 7">
            <a:extLst>
              <a:ext uri="{FF2B5EF4-FFF2-40B4-BE49-F238E27FC236}">
                <a16:creationId xmlns:a16="http://schemas.microsoft.com/office/drawing/2014/main" id="{AC09C835-1438-42E4-B98F-0B00EFC3B025}"/>
              </a:ext>
            </a:extLst>
          </p:cNvPr>
          <p:cNvSpPr/>
          <p:nvPr userDrawn="1"/>
        </p:nvSpPr>
        <p:spPr bwMode="gray">
          <a:xfrm>
            <a:off x="11087176" y="3959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47ED9F87-C5B6-47ED-A699-ED0CC336661C}"/>
              </a:ext>
            </a:extLst>
          </p:cNvPr>
          <p:cNvSpPr/>
          <p:nvPr userDrawn="1"/>
        </p:nvSpPr>
        <p:spPr bwMode="gray">
          <a:xfrm>
            <a:off x="11087176" y="3167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C226830E-B7AE-4DA7-8F95-23A2CE2374BD}"/>
              </a:ext>
            </a:extLst>
          </p:cNvPr>
          <p:cNvSpPr/>
          <p:nvPr userDrawn="1"/>
        </p:nvSpPr>
        <p:spPr bwMode="gray">
          <a:xfrm>
            <a:off x="10295089" y="4751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1" name="Rechteck 10">
            <a:extLst>
              <a:ext uri="{FF2B5EF4-FFF2-40B4-BE49-F238E27FC236}">
                <a16:creationId xmlns:a16="http://schemas.microsoft.com/office/drawing/2014/main" id="{5A4BA88B-5898-4359-A155-6208069C80AF}"/>
              </a:ext>
            </a:extLst>
          </p:cNvPr>
          <p:cNvSpPr/>
          <p:nvPr userDrawn="1"/>
        </p:nvSpPr>
        <p:spPr bwMode="gray">
          <a:xfrm>
            <a:off x="3950263" y="0"/>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2" name="Rechteck 11">
            <a:extLst>
              <a:ext uri="{FF2B5EF4-FFF2-40B4-BE49-F238E27FC236}">
                <a16:creationId xmlns:a16="http://schemas.microsoft.com/office/drawing/2014/main" id="{8EC97969-D9C5-49E2-8324-48C59FE01AE9}"/>
              </a:ext>
            </a:extLst>
          </p:cNvPr>
          <p:cNvSpPr/>
          <p:nvPr userDrawn="1"/>
        </p:nvSpPr>
        <p:spPr bwMode="gray">
          <a:xfrm>
            <a:off x="4745844" y="5543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3" name="Rechteck 12">
            <a:extLst>
              <a:ext uri="{FF2B5EF4-FFF2-40B4-BE49-F238E27FC236}">
                <a16:creationId xmlns:a16="http://schemas.microsoft.com/office/drawing/2014/main" id="{F3213413-5655-4753-BA88-DE53E4A01568}"/>
              </a:ext>
            </a:extLst>
          </p:cNvPr>
          <p:cNvSpPr/>
          <p:nvPr userDrawn="1"/>
        </p:nvSpPr>
        <p:spPr bwMode="gray">
          <a:xfrm>
            <a:off x="3953844" y="4751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31" name="Gruppieren 30">
            <a:extLst>
              <a:ext uri="{FF2B5EF4-FFF2-40B4-BE49-F238E27FC236}">
                <a16:creationId xmlns:a16="http://schemas.microsoft.com/office/drawing/2014/main" id="{2DEF12EF-CB93-4DCE-AFF0-76B8D0A071AF}"/>
              </a:ext>
            </a:extLst>
          </p:cNvPr>
          <p:cNvGrpSpPr/>
          <p:nvPr userDrawn="1"/>
        </p:nvGrpSpPr>
        <p:grpSpPr bwMode="gray">
          <a:xfrm>
            <a:off x="395015" y="-216520"/>
            <a:ext cx="11088960" cy="72000"/>
            <a:chOff x="394680" y="-243408"/>
            <a:chExt cx="11389952" cy="216000"/>
          </a:xfrm>
        </p:grpSpPr>
        <p:cxnSp>
          <p:nvCxnSpPr>
            <p:cNvPr id="32" name="Gerader Verbinder 31">
              <a:extLst>
                <a:ext uri="{FF2B5EF4-FFF2-40B4-BE49-F238E27FC236}">
                  <a16:creationId xmlns:a16="http://schemas.microsoft.com/office/drawing/2014/main" id="{B9290882-8DC8-46D3-B31E-315B60A9382A}"/>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9B2CBC56-13A5-45F8-B10B-FDB6CC1AB35B}"/>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20A7ACBB-BD00-47A0-BDF6-0D1BBAA0746F}"/>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F766A081-93D6-46D0-95A0-3AB782F99068}"/>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841E7781-E831-455C-B983-BA04C167A816}"/>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E5ACA13C-5447-44F5-8E80-7BA034505468}"/>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4B379470-3070-44BC-9323-07A4F1772C57}"/>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24F7C6CB-CBFE-4F3F-95FF-1F945A7BE9AE}"/>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0EF950AD-3773-457E-8399-7AA8D8D7F9A5}"/>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Rechteck 1">
            <a:extLst>
              <a:ext uri="{FF2B5EF4-FFF2-40B4-BE49-F238E27FC236}">
                <a16:creationId xmlns:a16="http://schemas.microsoft.com/office/drawing/2014/main" id="{71317DDF-DB19-4D9B-8A38-C41B9A262E5B}"/>
              </a:ext>
            </a:extLst>
          </p:cNvPr>
          <p:cNvSpPr/>
          <p:nvPr userDrawn="1"/>
        </p:nvSpPr>
        <p:spPr bwMode="gray">
          <a:xfrm>
            <a:off x="3953844" y="3959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nvGrpSpPr>
          <p:cNvPr id="27" name="Gruppieren 26">
            <a:extLst>
              <a:ext uri="{FF2B5EF4-FFF2-40B4-BE49-F238E27FC236}">
                <a16:creationId xmlns:a16="http://schemas.microsoft.com/office/drawing/2014/main" id="{CFD07FC4-F589-4F0F-BCB7-1DF70530DF50}"/>
              </a:ext>
            </a:extLst>
          </p:cNvPr>
          <p:cNvGrpSpPr/>
          <p:nvPr userDrawn="1"/>
        </p:nvGrpSpPr>
        <p:grpSpPr bwMode="gray">
          <a:xfrm>
            <a:off x="-217053" y="1583680"/>
            <a:ext cx="70097" cy="4356484"/>
            <a:chOff x="-456728" y="1583680"/>
            <a:chExt cx="216000" cy="4356484"/>
          </a:xfrm>
        </p:grpSpPr>
        <p:cxnSp>
          <p:nvCxnSpPr>
            <p:cNvPr id="41" name="Gerader Verbinder 40">
              <a:extLst>
                <a:ext uri="{FF2B5EF4-FFF2-40B4-BE49-F238E27FC236}">
                  <a16:creationId xmlns:a16="http://schemas.microsoft.com/office/drawing/2014/main" id="{EED43244-CA5F-4B55-B9B0-F5501B6BEA3F}"/>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754657DF-315D-40CA-9360-C47A417A50D9}"/>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173312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amp; Inhalt">
    <p:spTree>
      <p:nvGrpSpPr>
        <p:cNvPr id="1" name=""/>
        <p:cNvGrpSpPr/>
        <p:nvPr/>
      </p:nvGrpSpPr>
      <p:grpSpPr>
        <a:xfrm>
          <a:off x="0" y="0"/>
          <a:ext cx="0" cy="0"/>
          <a:chOff x="0" y="0"/>
          <a:chExt cx="0" cy="0"/>
        </a:xfrm>
      </p:grpSpPr>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288" y="1584325"/>
            <a:ext cx="10692000" cy="4355847"/>
          </a:xfrm>
        </p:spPr>
        <p:txBody>
          <a:bodyPr/>
          <a:lstStyle>
            <a:lvl5pPr marL="288000">
              <a:defRPr/>
            </a:lvl5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3" name="Datumsplatzhalter 2">
            <a:extLst>
              <a:ext uri="{FF2B5EF4-FFF2-40B4-BE49-F238E27FC236}">
                <a16:creationId xmlns:a16="http://schemas.microsoft.com/office/drawing/2014/main" id="{F1576B0B-FBF6-4BBF-A4AF-6526F845C5EF}"/>
              </a:ext>
            </a:extLst>
          </p:cNvPr>
          <p:cNvSpPr>
            <a:spLocks noGrp="1"/>
          </p:cNvSpPr>
          <p:nvPr>
            <p:ph type="dt" sz="half" idx="24"/>
          </p:nvPr>
        </p:nvSpPr>
        <p:spPr/>
        <p:txBody>
          <a:bodyPr/>
          <a:lstStyle/>
          <a:p>
            <a:fld id="{6BFD534B-F63A-4FE4-9015-92A27060C8AD}" type="datetime1">
              <a:rPr lang="de-DE" smtClean="0"/>
              <a:t>21.11.2022</a:t>
            </a:fld>
            <a:endParaRPr lang="de-DE" dirty="0"/>
          </a:p>
        </p:txBody>
      </p:sp>
      <p:sp>
        <p:nvSpPr>
          <p:cNvPr id="5" name="Fußzeilenplatzhalter 4">
            <a:extLst>
              <a:ext uri="{FF2B5EF4-FFF2-40B4-BE49-F238E27FC236}">
                <a16:creationId xmlns:a16="http://schemas.microsoft.com/office/drawing/2014/main" id="{7EA4146B-CA55-4486-854F-B40EF80C6024}"/>
              </a:ext>
            </a:extLst>
          </p:cNvPr>
          <p:cNvSpPr>
            <a:spLocks noGrp="1"/>
          </p:cNvSpPr>
          <p:nvPr>
            <p:ph type="ftr" sz="quarter" idx="25"/>
          </p:nvPr>
        </p:nvSpPr>
        <p:spPr/>
        <p:txBody>
          <a:bodyPr/>
          <a:lstStyle/>
          <a:p>
            <a:r>
              <a:rPr lang="de-DE" dirty="0"/>
              <a:t>Titel der Präsentation</a:t>
            </a:r>
          </a:p>
        </p:txBody>
      </p:sp>
      <p:sp>
        <p:nvSpPr>
          <p:cNvPr id="6" name="Foliennummernplatzhalter 5">
            <a:extLst>
              <a:ext uri="{FF2B5EF4-FFF2-40B4-BE49-F238E27FC236}">
                <a16:creationId xmlns:a16="http://schemas.microsoft.com/office/drawing/2014/main" id="{A8B4286F-BF2A-4F08-A5BD-F91FDDBD2C8C}"/>
              </a:ext>
            </a:extLst>
          </p:cNvPr>
          <p:cNvSpPr>
            <a:spLocks noGrp="1"/>
          </p:cNvSpPr>
          <p:nvPr>
            <p:ph type="sldNum" sz="quarter" idx="26"/>
          </p:nvPr>
        </p:nvSpPr>
        <p:spPr/>
        <p:txBody>
          <a:bodyPr/>
          <a:lstStyle/>
          <a:p>
            <a:fld id="{F86FCC4D-0438-154F-9910-1CF4711F776F}" type="slidenum">
              <a:rPr lang="de-DE" smtClean="0"/>
              <a:pPr/>
              <a:t>‹Nr.›</a:t>
            </a:fld>
            <a:endParaRPr lang="de-DE" dirty="0"/>
          </a:p>
        </p:txBody>
      </p:sp>
      <p:sp>
        <p:nvSpPr>
          <p:cNvPr id="2" name="Titel 1">
            <a:extLst>
              <a:ext uri="{FF2B5EF4-FFF2-40B4-BE49-F238E27FC236}">
                <a16:creationId xmlns:a16="http://schemas.microsoft.com/office/drawing/2014/main" id="{DB6D40A0-76CF-4F60-93FC-87DE7A3F6D1B}"/>
              </a:ext>
            </a:extLst>
          </p:cNvPr>
          <p:cNvSpPr>
            <a:spLocks noGrp="1"/>
          </p:cNvSpPr>
          <p:nvPr>
            <p:ph type="title" hasCustomPrompt="1"/>
          </p:nvPr>
        </p:nvSpPr>
        <p:spPr/>
        <p:txBody>
          <a:bodyPr/>
          <a:lstStyle/>
          <a:p>
            <a:r>
              <a:rPr lang="de-DE" dirty="0"/>
              <a:t>Titel hinzufügen</a:t>
            </a:r>
          </a:p>
        </p:txBody>
      </p:sp>
      <p:sp>
        <p:nvSpPr>
          <p:cNvPr id="11" name="Textplatzhalter 15">
            <a:extLst>
              <a:ext uri="{FF2B5EF4-FFF2-40B4-BE49-F238E27FC236}">
                <a16:creationId xmlns:a16="http://schemas.microsoft.com/office/drawing/2014/main" id="{1146B57C-7836-4020-8D78-3BCC68B401AD}"/>
              </a:ext>
            </a:extLst>
          </p:cNvPr>
          <p:cNvSpPr>
            <a:spLocks noGrp="1"/>
          </p:cNvSpPr>
          <p:nvPr>
            <p:ph type="body" sz="quarter" idx="18" hasCustomPrompt="1"/>
          </p:nvPr>
        </p:nvSpPr>
        <p:spPr>
          <a:xfrm>
            <a:off x="395015" y="968400"/>
            <a:ext cx="9360000" cy="288000"/>
          </a:xfrm>
        </p:spPr>
        <p:txBody>
          <a:bodyPr/>
          <a:lstStyle>
            <a:lvl1pPr marL="0" indent="0">
              <a:buFont typeface="Arial" panose="020B0604020202020204" pitchFamily="34" charset="0"/>
              <a:buNone/>
              <a:defRPr sz="1800" b="0">
                <a:solidFill>
                  <a:schemeClr val="tx1"/>
                </a:solidFill>
              </a:defRPr>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Tree>
    <p:extLst>
      <p:ext uri="{BB962C8B-B14F-4D97-AF65-F5344CB8AC3E}">
        <p14:creationId xmlns:p14="http://schemas.microsoft.com/office/powerpoint/2010/main" val="32141686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5" name="Datumsplatzhalter 4">
            <a:extLst>
              <a:ext uri="{FF2B5EF4-FFF2-40B4-BE49-F238E27FC236}">
                <a16:creationId xmlns:a16="http://schemas.microsoft.com/office/drawing/2014/main" id="{D1FBF358-E3F1-4692-BF85-B8FEB31DD13E}"/>
              </a:ext>
            </a:extLst>
          </p:cNvPr>
          <p:cNvSpPr>
            <a:spLocks noGrp="1"/>
          </p:cNvSpPr>
          <p:nvPr>
            <p:ph type="dt" sz="half" idx="14"/>
          </p:nvPr>
        </p:nvSpPr>
        <p:spPr/>
        <p:txBody>
          <a:bodyPr/>
          <a:lstStyle/>
          <a:p>
            <a:fld id="{AEEAB1A6-B42D-444A-BA01-E2A0CDAF0C12}" type="datetime1">
              <a:rPr lang="de-DE" smtClean="0"/>
              <a:t>21.11.2022</a:t>
            </a:fld>
            <a:endParaRPr lang="de-DE" dirty="0"/>
          </a:p>
        </p:txBody>
      </p:sp>
      <p:sp>
        <p:nvSpPr>
          <p:cNvPr id="9" name="Fußzeilenplatzhalter 8">
            <a:extLst>
              <a:ext uri="{FF2B5EF4-FFF2-40B4-BE49-F238E27FC236}">
                <a16:creationId xmlns:a16="http://schemas.microsoft.com/office/drawing/2014/main" id="{5BD8C5E4-34A3-40BD-B16B-9ACC2CE9C234}"/>
              </a:ext>
            </a:extLst>
          </p:cNvPr>
          <p:cNvSpPr>
            <a:spLocks noGrp="1"/>
          </p:cNvSpPr>
          <p:nvPr>
            <p:ph type="ftr" sz="quarter" idx="15"/>
          </p:nvPr>
        </p:nvSpPr>
        <p:spPr/>
        <p:txBody>
          <a:bodyPr/>
          <a:lstStyle/>
          <a:p>
            <a:r>
              <a:rPr lang="de-DE" dirty="0"/>
              <a:t>Titel der Präsentation</a:t>
            </a:r>
          </a:p>
        </p:txBody>
      </p:sp>
      <p:sp>
        <p:nvSpPr>
          <p:cNvPr id="10" name="Foliennummernplatzhalter 9">
            <a:extLst>
              <a:ext uri="{FF2B5EF4-FFF2-40B4-BE49-F238E27FC236}">
                <a16:creationId xmlns:a16="http://schemas.microsoft.com/office/drawing/2014/main" id="{D46D6DED-D297-4D05-B391-8FC2CC9A4F2C}"/>
              </a:ext>
            </a:extLst>
          </p:cNvPr>
          <p:cNvSpPr>
            <a:spLocks noGrp="1"/>
          </p:cNvSpPr>
          <p:nvPr>
            <p:ph type="sldNum" sz="quarter" idx="16"/>
          </p:nvPr>
        </p:nvSpPr>
        <p:spPr/>
        <p:txBody>
          <a:bodyPr/>
          <a:lstStyle/>
          <a:p>
            <a:fld id="{F86FCC4D-0438-154F-9910-1CF4711F776F}" type="slidenum">
              <a:rPr lang="de-DE" smtClean="0"/>
              <a:pPr/>
              <a:t>‹Nr.›</a:t>
            </a:fld>
            <a:endParaRPr lang="de-DE" dirty="0"/>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288" y="1584326"/>
            <a:ext cx="5148000" cy="43558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5" y="968400"/>
            <a:ext cx="9360000" cy="288000"/>
          </a:xfrm>
        </p:spPr>
        <p:txBody>
          <a:bodyPr/>
          <a:lstStyle>
            <a:lvl1pPr marL="0" indent="0">
              <a:buFont typeface="Arial" panose="020B0604020202020204" pitchFamily="34" charset="0"/>
              <a:buNone/>
              <a:defRPr sz="1800" b="0">
                <a:solidFill>
                  <a:schemeClr val="tx1"/>
                </a:solidFill>
              </a:defRPr>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11" name="Inhaltsplatzhalter 11">
            <a:extLst>
              <a:ext uri="{FF2B5EF4-FFF2-40B4-BE49-F238E27FC236}">
                <a16:creationId xmlns:a16="http://schemas.microsoft.com/office/drawing/2014/main" id="{D96A174D-8DED-443F-94E9-8B0123E33CB3}"/>
              </a:ext>
            </a:extLst>
          </p:cNvPr>
          <p:cNvSpPr>
            <a:spLocks noGrp="1"/>
          </p:cNvSpPr>
          <p:nvPr>
            <p:ph sz="quarter" idx="20" hasCustomPrompt="1"/>
          </p:nvPr>
        </p:nvSpPr>
        <p:spPr>
          <a:xfrm>
            <a:off x="5939631" y="1584326"/>
            <a:ext cx="5148000" cy="43558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Titel 3">
            <a:extLst>
              <a:ext uri="{FF2B5EF4-FFF2-40B4-BE49-F238E27FC236}">
                <a16:creationId xmlns:a16="http://schemas.microsoft.com/office/drawing/2014/main" id="{F04EC443-FD1C-4B05-870F-45B4806BBD1E}"/>
              </a:ext>
            </a:extLst>
          </p:cNvPr>
          <p:cNvSpPr>
            <a:spLocks noGrp="1"/>
          </p:cNvSpPr>
          <p:nvPr>
            <p:ph type="title" hasCustomPrompt="1"/>
          </p:nvPr>
        </p:nvSpPr>
        <p:spPr/>
        <p:txBody>
          <a:bodyPr/>
          <a:lstStyle>
            <a:lvl1pPr>
              <a:defRPr/>
            </a:lvl1pPr>
          </a:lstStyle>
          <a:p>
            <a:r>
              <a:rPr lang="de-DE" dirty="0"/>
              <a:t>Titel hinzufügen</a:t>
            </a:r>
          </a:p>
        </p:txBody>
      </p:sp>
    </p:spTree>
    <p:extLst>
      <p:ext uri="{BB962C8B-B14F-4D97-AF65-F5344CB8AC3E}">
        <p14:creationId xmlns:p14="http://schemas.microsoft.com/office/powerpoint/2010/main" val="1995988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3741" userDrawn="1">
          <p15:clr>
            <a:srgbClr val="A4A3A4"/>
          </p15:clr>
        </p15:guide>
        <p15:guide id="2" pos="3492" userDrawn="1">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rei Inhalte">
    <p:spTree>
      <p:nvGrpSpPr>
        <p:cNvPr id="1" name=""/>
        <p:cNvGrpSpPr/>
        <p:nvPr/>
      </p:nvGrpSpPr>
      <p:grpSpPr>
        <a:xfrm>
          <a:off x="0" y="0"/>
          <a:ext cx="0" cy="0"/>
          <a:chOff x="0" y="0"/>
          <a:chExt cx="0" cy="0"/>
        </a:xfrm>
      </p:grpSpPr>
      <p:sp>
        <p:nvSpPr>
          <p:cNvPr id="5" name="Datumsplatzhalter 4">
            <a:extLst>
              <a:ext uri="{FF2B5EF4-FFF2-40B4-BE49-F238E27FC236}">
                <a16:creationId xmlns:a16="http://schemas.microsoft.com/office/drawing/2014/main" id="{D1FBF358-E3F1-4692-BF85-B8FEB31DD13E}"/>
              </a:ext>
            </a:extLst>
          </p:cNvPr>
          <p:cNvSpPr>
            <a:spLocks noGrp="1"/>
          </p:cNvSpPr>
          <p:nvPr>
            <p:ph type="dt" sz="half" idx="14"/>
          </p:nvPr>
        </p:nvSpPr>
        <p:spPr/>
        <p:txBody>
          <a:bodyPr/>
          <a:lstStyle/>
          <a:p>
            <a:fld id="{F5EA72DA-67F4-4020-9469-4E4E9FF0FAE3}" type="datetime1">
              <a:rPr lang="de-DE" smtClean="0"/>
              <a:t>21.11.2022</a:t>
            </a:fld>
            <a:endParaRPr lang="de-DE" dirty="0"/>
          </a:p>
        </p:txBody>
      </p:sp>
      <p:sp>
        <p:nvSpPr>
          <p:cNvPr id="9" name="Fußzeilenplatzhalter 8">
            <a:extLst>
              <a:ext uri="{FF2B5EF4-FFF2-40B4-BE49-F238E27FC236}">
                <a16:creationId xmlns:a16="http://schemas.microsoft.com/office/drawing/2014/main" id="{5BD8C5E4-34A3-40BD-B16B-9ACC2CE9C234}"/>
              </a:ext>
            </a:extLst>
          </p:cNvPr>
          <p:cNvSpPr>
            <a:spLocks noGrp="1"/>
          </p:cNvSpPr>
          <p:nvPr>
            <p:ph type="ftr" sz="quarter" idx="15"/>
          </p:nvPr>
        </p:nvSpPr>
        <p:spPr/>
        <p:txBody>
          <a:bodyPr/>
          <a:lstStyle/>
          <a:p>
            <a:r>
              <a:rPr lang="de-DE" dirty="0"/>
              <a:t>Titel der Präsentation</a:t>
            </a:r>
          </a:p>
        </p:txBody>
      </p:sp>
      <p:sp>
        <p:nvSpPr>
          <p:cNvPr id="10" name="Foliennummernplatzhalter 9">
            <a:extLst>
              <a:ext uri="{FF2B5EF4-FFF2-40B4-BE49-F238E27FC236}">
                <a16:creationId xmlns:a16="http://schemas.microsoft.com/office/drawing/2014/main" id="{D46D6DED-D297-4D05-B391-8FC2CC9A4F2C}"/>
              </a:ext>
            </a:extLst>
          </p:cNvPr>
          <p:cNvSpPr>
            <a:spLocks noGrp="1"/>
          </p:cNvSpPr>
          <p:nvPr>
            <p:ph type="sldNum" sz="quarter" idx="16"/>
          </p:nvPr>
        </p:nvSpPr>
        <p:spPr/>
        <p:txBody>
          <a:bodyPr/>
          <a:lstStyle/>
          <a:p>
            <a:fld id="{F86FCC4D-0438-154F-9910-1CF4711F776F}" type="slidenum">
              <a:rPr lang="de-DE" smtClean="0"/>
              <a:pPr/>
              <a:t>‹Nr.›</a:t>
            </a:fld>
            <a:endParaRPr lang="de-DE" dirty="0"/>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287" y="1584326"/>
            <a:ext cx="3312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5"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11" name="Inhaltsplatzhalter 11">
            <a:extLst>
              <a:ext uri="{FF2B5EF4-FFF2-40B4-BE49-F238E27FC236}">
                <a16:creationId xmlns:a16="http://schemas.microsoft.com/office/drawing/2014/main" id="{D96A174D-8DED-443F-94E9-8B0123E33CB3}"/>
              </a:ext>
            </a:extLst>
          </p:cNvPr>
          <p:cNvSpPr>
            <a:spLocks noGrp="1"/>
          </p:cNvSpPr>
          <p:nvPr>
            <p:ph sz="quarter" idx="20" hasCustomPrompt="1"/>
          </p:nvPr>
        </p:nvSpPr>
        <p:spPr>
          <a:xfrm>
            <a:off x="4103687" y="1584326"/>
            <a:ext cx="3275735"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4" name="Inhaltsplatzhalter 11">
            <a:extLst>
              <a:ext uri="{FF2B5EF4-FFF2-40B4-BE49-F238E27FC236}">
                <a16:creationId xmlns:a16="http://schemas.microsoft.com/office/drawing/2014/main" id="{E67BC153-A6C9-4F31-B8F2-18AB7A15DB49}"/>
              </a:ext>
            </a:extLst>
          </p:cNvPr>
          <p:cNvSpPr>
            <a:spLocks noGrp="1"/>
          </p:cNvSpPr>
          <p:nvPr>
            <p:ph sz="quarter" idx="21" hasCustomPrompt="1"/>
          </p:nvPr>
        </p:nvSpPr>
        <p:spPr>
          <a:xfrm>
            <a:off x="7775835" y="1584326"/>
            <a:ext cx="3312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Titel 3">
            <a:extLst>
              <a:ext uri="{FF2B5EF4-FFF2-40B4-BE49-F238E27FC236}">
                <a16:creationId xmlns:a16="http://schemas.microsoft.com/office/drawing/2014/main" id="{2EFC8B66-561E-41AD-90DD-4F61E06E2E03}"/>
              </a:ext>
            </a:extLst>
          </p:cNvPr>
          <p:cNvSpPr>
            <a:spLocks noGrp="1"/>
          </p:cNvSpPr>
          <p:nvPr>
            <p:ph type="title" hasCustomPrompt="1"/>
          </p:nvPr>
        </p:nvSpPr>
        <p:spPr/>
        <p:txBody>
          <a:bodyPr/>
          <a:lstStyle/>
          <a:p>
            <a:r>
              <a:rPr lang="de-DE" dirty="0"/>
              <a:t>Titel hinzufügen</a:t>
            </a:r>
          </a:p>
        </p:txBody>
      </p:sp>
    </p:spTree>
    <p:extLst>
      <p:ext uri="{BB962C8B-B14F-4D97-AF65-F5344CB8AC3E}">
        <p14:creationId xmlns:p14="http://schemas.microsoft.com/office/powerpoint/2010/main" val="24275522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649" userDrawn="1">
          <p15:clr>
            <a:srgbClr val="A4A3A4"/>
          </p15:clr>
        </p15:guide>
        <p15:guide id="2" pos="4898" userDrawn="1">
          <p15:clr>
            <a:srgbClr val="A4A3A4"/>
          </p15:clr>
        </p15:guide>
        <p15:guide id="3" pos="2585" userDrawn="1">
          <p15:clr>
            <a:srgbClr val="A4A3A4"/>
          </p15:clr>
        </p15:guide>
        <p15:guide id="4" pos="2335" userDrawn="1">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ier Inhalte">
    <p:spTree>
      <p:nvGrpSpPr>
        <p:cNvPr id="1" name=""/>
        <p:cNvGrpSpPr/>
        <p:nvPr/>
      </p:nvGrpSpPr>
      <p:grpSpPr>
        <a:xfrm>
          <a:off x="0" y="0"/>
          <a:ext cx="0" cy="0"/>
          <a:chOff x="0" y="0"/>
          <a:chExt cx="0" cy="0"/>
        </a:xfrm>
      </p:grpSpPr>
      <p:sp>
        <p:nvSpPr>
          <p:cNvPr id="5" name="Datumsplatzhalter 4">
            <a:extLst>
              <a:ext uri="{FF2B5EF4-FFF2-40B4-BE49-F238E27FC236}">
                <a16:creationId xmlns:a16="http://schemas.microsoft.com/office/drawing/2014/main" id="{D1FBF358-E3F1-4692-BF85-B8FEB31DD13E}"/>
              </a:ext>
            </a:extLst>
          </p:cNvPr>
          <p:cNvSpPr>
            <a:spLocks noGrp="1"/>
          </p:cNvSpPr>
          <p:nvPr>
            <p:ph type="dt" sz="half" idx="14"/>
          </p:nvPr>
        </p:nvSpPr>
        <p:spPr/>
        <p:txBody>
          <a:bodyPr/>
          <a:lstStyle/>
          <a:p>
            <a:fld id="{37182B96-7925-4771-93DE-8B1B8082EFD3}" type="datetime1">
              <a:rPr lang="de-DE" smtClean="0"/>
              <a:t>21.11.2022</a:t>
            </a:fld>
            <a:endParaRPr lang="de-DE" dirty="0"/>
          </a:p>
        </p:txBody>
      </p:sp>
      <p:sp>
        <p:nvSpPr>
          <p:cNvPr id="9" name="Fußzeilenplatzhalter 8">
            <a:extLst>
              <a:ext uri="{FF2B5EF4-FFF2-40B4-BE49-F238E27FC236}">
                <a16:creationId xmlns:a16="http://schemas.microsoft.com/office/drawing/2014/main" id="{5BD8C5E4-34A3-40BD-B16B-9ACC2CE9C234}"/>
              </a:ext>
            </a:extLst>
          </p:cNvPr>
          <p:cNvSpPr>
            <a:spLocks noGrp="1"/>
          </p:cNvSpPr>
          <p:nvPr>
            <p:ph type="ftr" sz="quarter" idx="15"/>
          </p:nvPr>
        </p:nvSpPr>
        <p:spPr/>
        <p:txBody>
          <a:bodyPr/>
          <a:lstStyle/>
          <a:p>
            <a:r>
              <a:rPr lang="de-DE" dirty="0"/>
              <a:t>Titel der Präsentation</a:t>
            </a:r>
          </a:p>
        </p:txBody>
      </p:sp>
      <p:sp>
        <p:nvSpPr>
          <p:cNvPr id="10" name="Foliennummernplatzhalter 9">
            <a:extLst>
              <a:ext uri="{FF2B5EF4-FFF2-40B4-BE49-F238E27FC236}">
                <a16:creationId xmlns:a16="http://schemas.microsoft.com/office/drawing/2014/main" id="{D46D6DED-D297-4D05-B391-8FC2CC9A4F2C}"/>
              </a:ext>
            </a:extLst>
          </p:cNvPr>
          <p:cNvSpPr>
            <a:spLocks noGrp="1"/>
          </p:cNvSpPr>
          <p:nvPr>
            <p:ph type="sldNum" sz="quarter" idx="16"/>
          </p:nvPr>
        </p:nvSpPr>
        <p:spPr/>
        <p:txBody>
          <a:bodyPr/>
          <a:lstStyle/>
          <a:p>
            <a:fld id="{F86FCC4D-0438-154F-9910-1CF4711F776F}" type="slidenum">
              <a:rPr lang="de-DE" smtClean="0"/>
              <a:pPr/>
              <a:t>‹Nr.›</a:t>
            </a:fld>
            <a:endParaRPr lang="de-DE" dirty="0"/>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287" y="1584326"/>
            <a:ext cx="2376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5"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11" name="Inhaltsplatzhalter 11">
            <a:extLst>
              <a:ext uri="{FF2B5EF4-FFF2-40B4-BE49-F238E27FC236}">
                <a16:creationId xmlns:a16="http://schemas.microsoft.com/office/drawing/2014/main" id="{D96A174D-8DED-443F-94E9-8B0123E33CB3}"/>
              </a:ext>
            </a:extLst>
          </p:cNvPr>
          <p:cNvSpPr>
            <a:spLocks noGrp="1"/>
          </p:cNvSpPr>
          <p:nvPr>
            <p:ph sz="quarter" idx="20" hasCustomPrompt="1"/>
          </p:nvPr>
        </p:nvSpPr>
        <p:spPr>
          <a:xfrm>
            <a:off x="3167323" y="1584326"/>
            <a:ext cx="2376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4" name="Inhaltsplatzhalter 11">
            <a:extLst>
              <a:ext uri="{FF2B5EF4-FFF2-40B4-BE49-F238E27FC236}">
                <a16:creationId xmlns:a16="http://schemas.microsoft.com/office/drawing/2014/main" id="{E67BC153-A6C9-4F31-B8F2-18AB7A15DB49}"/>
              </a:ext>
            </a:extLst>
          </p:cNvPr>
          <p:cNvSpPr>
            <a:spLocks noGrp="1"/>
          </p:cNvSpPr>
          <p:nvPr>
            <p:ph sz="quarter" idx="21" hasCustomPrompt="1"/>
          </p:nvPr>
        </p:nvSpPr>
        <p:spPr>
          <a:xfrm>
            <a:off x="5939631" y="1584326"/>
            <a:ext cx="2376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5" name="Inhaltsplatzhalter 11">
            <a:extLst>
              <a:ext uri="{FF2B5EF4-FFF2-40B4-BE49-F238E27FC236}">
                <a16:creationId xmlns:a16="http://schemas.microsoft.com/office/drawing/2014/main" id="{3DC3E59E-0D68-48AB-B18D-6BD52B2009E2}"/>
              </a:ext>
            </a:extLst>
          </p:cNvPr>
          <p:cNvSpPr>
            <a:spLocks noGrp="1"/>
          </p:cNvSpPr>
          <p:nvPr>
            <p:ph sz="quarter" idx="22" hasCustomPrompt="1"/>
          </p:nvPr>
        </p:nvSpPr>
        <p:spPr>
          <a:xfrm>
            <a:off x="8711288" y="1584326"/>
            <a:ext cx="2376915"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3" name="Titel 2">
            <a:extLst>
              <a:ext uri="{FF2B5EF4-FFF2-40B4-BE49-F238E27FC236}">
                <a16:creationId xmlns:a16="http://schemas.microsoft.com/office/drawing/2014/main" id="{79365300-3E4C-4BAF-852A-69E1F00837BC}"/>
              </a:ext>
            </a:extLst>
          </p:cNvPr>
          <p:cNvSpPr>
            <a:spLocks noGrp="1"/>
          </p:cNvSpPr>
          <p:nvPr>
            <p:ph type="title" hasCustomPrompt="1"/>
          </p:nvPr>
        </p:nvSpPr>
        <p:spPr/>
        <p:txBody>
          <a:bodyPr/>
          <a:lstStyle/>
          <a:p>
            <a:r>
              <a:rPr lang="de-DE" dirty="0"/>
              <a:t>Titel hinzufügen</a:t>
            </a:r>
          </a:p>
        </p:txBody>
      </p:sp>
    </p:spTree>
    <p:extLst>
      <p:ext uri="{BB962C8B-B14F-4D97-AF65-F5344CB8AC3E}">
        <p14:creationId xmlns:p14="http://schemas.microsoft.com/office/powerpoint/2010/main" val="31860888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3741" userDrawn="1">
          <p15:clr>
            <a:srgbClr val="A4A3A4"/>
          </p15:clr>
        </p15:guide>
        <p15:guide id="2" pos="3492" userDrawn="1">
          <p15:clr>
            <a:srgbClr val="A4A3A4"/>
          </p15:clr>
        </p15:guide>
        <p15:guide id="3" pos="1995" userDrawn="1">
          <p15:clr>
            <a:srgbClr val="A4A3A4"/>
          </p15:clr>
        </p15:guide>
        <p15:guide id="4" pos="1746" userDrawn="1">
          <p15:clr>
            <a:srgbClr val="A4A3A4"/>
          </p15:clr>
        </p15:guide>
        <p15:guide id="5" pos="5238" userDrawn="1">
          <p15:clr>
            <a:srgbClr val="A4A3A4"/>
          </p15:clr>
        </p15:guide>
        <p15:guide id="6" pos="5488" userDrawn="1">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amp; Marginalie">
    <p:spTree>
      <p:nvGrpSpPr>
        <p:cNvPr id="1" name=""/>
        <p:cNvGrpSpPr/>
        <p:nvPr/>
      </p:nvGrpSpPr>
      <p:grpSpPr>
        <a:xfrm>
          <a:off x="0" y="0"/>
          <a:ext cx="0" cy="0"/>
          <a:chOff x="0" y="0"/>
          <a:chExt cx="0" cy="0"/>
        </a:xfrm>
      </p:grpSpPr>
      <p:sp>
        <p:nvSpPr>
          <p:cNvPr id="42" name="Rechteck 41">
            <a:extLst>
              <a:ext uri="{FF2B5EF4-FFF2-40B4-BE49-F238E27FC236}">
                <a16:creationId xmlns:a16="http://schemas.microsoft.com/office/drawing/2014/main" id="{7D0AD511-D859-4E68-B0A4-5342D842734D}"/>
              </a:ext>
            </a:extLst>
          </p:cNvPr>
          <p:cNvSpPr/>
          <p:nvPr userDrawn="1"/>
        </p:nvSpPr>
        <p:spPr bwMode="ltGray">
          <a:xfrm>
            <a:off x="7524038" y="-1"/>
            <a:ext cx="4355226" cy="633571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900"/>
              </a:spcBef>
            </a:pPr>
            <a:endParaRPr lang="de-DE" sz="2000" dirty="0">
              <a:solidFill>
                <a:schemeClr val="tx1"/>
              </a:solidFill>
            </a:endParaRPr>
          </a:p>
        </p:txBody>
      </p:sp>
      <p:sp>
        <p:nvSpPr>
          <p:cNvPr id="5" name="Datumsplatzhalter 4">
            <a:extLst>
              <a:ext uri="{FF2B5EF4-FFF2-40B4-BE49-F238E27FC236}">
                <a16:creationId xmlns:a16="http://schemas.microsoft.com/office/drawing/2014/main" id="{D1FBF358-E3F1-4692-BF85-B8FEB31DD13E}"/>
              </a:ext>
            </a:extLst>
          </p:cNvPr>
          <p:cNvSpPr>
            <a:spLocks noGrp="1"/>
          </p:cNvSpPr>
          <p:nvPr>
            <p:ph type="dt" sz="half" idx="14"/>
          </p:nvPr>
        </p:nvSpPr>
        <p:spPr bwMode="white"/>
        <p:txBody>
          <a:bodyPr/>
          <a:lstStyle>
            <a:lvl1pPr>
              <a:defRPr>
                <a:solidFill>
                  <a:schemeClr val="bg1"/>
                </a:solidFill>
              </a:defRPr>
            </a:lvl1pPr>
          </a:lstStyle>
          <a:p>
            <a:fld id="{348977A5-57CA-4B01-BBF8-7EB342665798}" type="datetime1">
              <a:rPr lang="de-DE" smtClean="0"/>
              <a:t>21.11.2022</a:t>
            </a:fld>
            <a:endParaRPr lang="de-DE" dirty="0"/>
          </a:p>
        </p:txBody>
      </p:sp>
      <p:sp>
        <p:nvSpPr>
          <p:cNvPr id="9" name="Fußzeilenplatzhalter 8">
            <a:extLst>
              <a:ext uri="{FF2B5EF4-FFF2-40B4-BE49-F238E27FC236}">
                <a16:creationId xmlns:a16="http://schemas.microsoft.com/office/drawing/2014/main" id="{5BD8C5E4-34A3-40BD-B16B-9ACC2CE9C234}"/>
              </a:ext>
            </a:extLst>
          </p:cNvPr>
          <p:cNvSpPr>
            <a:spLocks noGrp="1"/>
          </p:cNvSpPr>
          <p:nvPr>
            <p:ph type="ftr" sz="quarter" idx="15"/>
          </p:nvPr>
        </p:nvSpPr>
        <p:spPr bwMode="white"/>
        <p:txBody>
          <a:bodyPr/>
          <a:lstStyle>
            <a:lvl1pPr>
              <a:defRPr>
                <a:solidFill>
                  <a:schemeClr val="bg1"/>
                </a:solidFill>
              </a:defRPr>
            </a:lvl1pPr>
          </a:lstStyle>
          <a:p>
            <a:r>
              <a:rPr lang="de-DE" dirty="0"/>
              <a:t>Linux Privilege </a:t>
            </a:r>
            <a:r>
              <a:rPr lang="de-DE" dirty="0" err="1"/>
              <a:t>Escalation</a:t>
            </a:r>
            <a:r>
              <a:rPr lang="de-DE" dirty="0"/>
              <a:t> Workshop</a:t>
            </a:r>
          </a:p>
        </p:txBody>
      </p:sp>
      <p:sp>
        <p:nvSpPr>
          <p:cNvPr id="10" name="Foliennummernplatzhalter 9">
            <a:extLst>
              <a:ext uri="{FF2B5EF4-FFF2-40B4-BE49-F238E27FC236}">
                <a16:creationId xmlns:a16="http://schemas.microsoft.com/office/drawing/2014/main" id="{D46D6DED-D297-4D05-B391-8FC2CC9A4F2C}"/>
              </a:ext>
            </a:extLst>
          </p:cNvPr>
          <p:cNvSpPr>
            <a:spLocks noGrp="1"/>
          </p:cNvSpPr>
          <p:nvPr>
            <p:ph type="sldNum" sz="quarter" idx="16"/>
          </p:nvPr>
        </p:nvSpPr>
        <p:spPr bwMode="white"/>
        <p:txBody>
          <a:bodyPr/>
          <a:lstStyle>
            <a:lvl1pPr>
              <a:defRPr>
                <a:solidFill>
                  <a:schemeClr val="bg1"/>
                </a:solidFill>
              </a:defRPr>
            </a:lvl1pPr>
          </a:lstStyle>
          <a:p>
            <a:fld id="{F86FCC4D-0438-154F-9910-1CF4711F776F}" type="slidenum">
              <a:rPr lang="de-DE" smtClean="0"/>
              <a:pPr/>
              <a:t>‹Nr.›</a:t>
            </a:fld>
            <a:endParaRPr lang="de-DE" dirty="0"/>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287" y="1584354"/>
            <a:ext cx="6732000" cy="4355354"/>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6" y="968400"/>
            <a:ext cx="6732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11" name="Inhaltsplatzhalter 11">
            <a:extLst>
              <a:ext uri="{FF2B5EF4-FFF2-40B4-BE49-F238E27FC236}">
                <a16:creationId xmlns:a16="http://schemas.microsoft.com/office/drawing/2014/main" id="{D96A174D-8DED-443F-94E9-8B0123E33CB3}"/>
              </a:ext>
            </a:extLst>
          </p:cNvPr>
          <p:cNvSpPr>
            <a:spLocks noGrp="1"/>
          </p:cNvSpPr>
          <p:nvPr>
            <p:ph sz="quarter" idx="20" hasCustomPrompt="1"/>
          </p:nvPr>
        </p:nvSpPr>
        <p:spPr bwMode="white">
          <a:xfrm>
            <a:off x="7918834" y="1584326"/>
            <a:ext cx="3169854" cy="4355838"/>
          </a:xfrm>
        </p:spPr>
        <p:txBody>
          <a:bodyPr/>
          <a:lstStyle>
            <a:lvl1pPr>
              <a:buClr>
                <a:schemeClr val="bg1"/>
              </a:buClr>
              <a:defRPr>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pic>
        <p:nvPicPr>
          <p:cNvPr id="45" name="Grafik 44">
            <a:extLst>
              <a:ext uri="{FF2B5EF4-FFF2-40B4-BE49-F238E27FC236}">
                <a16:creationId xmlns:a16="http://schemas.microsoft.com/office/drawing/2014/main" id="{083F5404-69E4-4868-8907-EBD3A779DD4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32119" y="288000"/>
            <a:ext cx="1152128" cy="214482"/>
          </a:xfrm>
          <a:prstGeom prst="rect">
            <a:avLst/>
          </a:prstGeom>
        </p:spPr>
      </p:pic>
      <p:sp>
        <p:nvSpPr>
          <p:cNvPr id="2" name="Titel 1">
            <a:extLst>
              <a:ext uri="{FF2B5EF4-FFF2-40B4-BE49-F238E27FC236}">
                <a16:creationId xmlns:a16="http://schemas.microsoft.com/office/drawing/2014/main" id="{25E6FCE4-E9F5-45D5-8BAC-3BC490A48660}"/>
              </a:ext>
            </a:extLst>
          </p:cNvPr>
          <p:cNvSpPr>
            <a:spLocks noGrp="1"/>
          </p:cNvSpPr>
          <p:nvPr>
            <p:ph type="title" hasCustomPrompt="1"/>
          </p:nvPr>
        </p:nvSpPr>
        <p:spPr>
          <a:xfrm>
            <a:off x="397499" y="261056"/>
            <a:ext cx="6730376" cy="648000"/>
          </a:xfrm>
        </p:spPr>
        <p:txBody>
          <a:bodyPr/>
          <a:lstStyle/>
          <a:p>
            <a:r>
              <a:rPr lang="de-DE" dirty="0"/>
              <a:t>Titel hinzufügen</a:t>
            </a:r>
          </a:p>
        </p:txBody>
      </p:sp>
    </p:spTree>
    <p:extLst>
      <p:ext uri="{BB962C8B-B14F-4D97-AF65-F5344CB8AC3E}">
        <p14:creationId xmlns:p14="http://schemas.microsoft.com/office/powerpoint/2010/main" val="4052490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userDrawn="1">
          <p15:clr>
            <a:srgbClr val="A4A3A4"/>
          </p15:clr>
        </p15:guide>
        <p15:guide id="2" pos="4989" userDrawn="1">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Zwei Inhalte &amp; Marginalie">
    <p:spTree>
      <p:nvGrpSpPr>
        <p:cNvPr id="1" name=""/>
        <p:cNvGrpSpPr/>
        <p:nvPr/>
      </p:nvGrpSpPr>
      <p:grpSpPr>
        <a:xfrm>
          <a:off x="0" y="0"/>
          <a:ext cx="0" cy="0"/>
          <a:chOff x="0" y="0"/>
          <a:chExt cx="0" cy="0"/>
        </a:xfrm>
      </p:grpSpPr>
      <p:sp>
        <p:nvSpPr>
          <p:cNvPr id="42" name="Rechteck 41">
            <a:extLst>
              <a:ext uri="{FF2B5EF4-FFF2-40B4-BE49-F238E27FC236}">
                <a16:creationId xmlns:a16="http://schemas.microsoft.com/office/drawing/2014/main" id="{7D0AD511-D859-4E68-B0A4-5342D842734D}"/>
              </a:ext>
            </a:extLst>
          </p:cNvPr>
          <p:cNvSpPr/>
          <p:nvPr userDrawn="1"/>
        </p:nvSpPr>
        <p:spPr bwMode="ltGray">
          <a:xfrm>
            <a:off x="7524038" y="-1"/>
            <a:ext cx="4355225" cy="633571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900"/>
              </a:spcBef>
            </a:pPr>
            <a:endParaRPr lang="de-DE" sz="2000" dirty="0">
              <a:solidFill>
                <a:schemeClr val="tx1"/>
              </a:solidFill>
            </a:endParaRPr>
          </a:p>
        </p:txBody>
      </p:sp>
      <p:sp>
        <p:nvSpPr>
          <p:cNvPr id="5" name="Datumsplatzhalter 4">
            <a:extLst>
              <a:ext uri="{FF2B5EF4-FFF2-40B4-BE49-F238E27FC236}">
                <a16:creationId xmlns:a16="http://schemas.microsoft.com/office/drawing/2014/main" id="{D1FBF358-E3F1-4692-BF85-B8FEB31DD13E}"/>
              </a:ext>
            </a:extLst>
          </p:cNvPr>
          <p:cNvSpPr>
            <a:spLocks noGrp="1"/>
          </p:cNvSpPr>
          <p:nvPr>
            <p:ph type="dt" sz="half" idx="14"/>
          </p:nvPr>
        </p:nvSpPr>
        <p:spPr bwMode="white"/>
        <p:txBody>
          <a:bodyPr/>
          <a:lstStyle>
            <a:lvl1pPr>
              <a:defRPr>
                <a:solidFill>
                  <a:schemeClr val="bg1"/>
                </a:solidFill>
              </a:defRPr>
            </a:lvl1pPr>
          </a:lstStyle>
          <a:p>
            <a:fld id="{69545B60-613F-44AB-9BBA-A7C4A96C2337}" type="datetime1">
              <a:rPr lang="de-DE" smtClean="0"/>
              <a:t>21.11.2022</a:t>
            </a:fld>
            <a:endParaRPr lang="de-DE" dirty="0"/>
          </a:p>
        </p:txBody>
      </p:sp>
      <p:sp>
        <p:nvSpPr>
          <p:cNvPr id="9" name="Fußzeilenplatzhalter 8">
            <a:extLst>
              <a:ext uri="{FF2B5EF4-FFF2-40B4-BE49-F238E27FC236}">
                <a16:creationId xmlns:a16="http://schemas.microsoft.com/office/drawing/2014/main" id="{5BD8C5E4-34A3-40BD-B16B-9ACC2CE9C234}"/>
              </a:ext>
            </a:extLst>
          </p:cNvPr>
          <p:cNvSpPr>
            <a:spLocks noGrp="1"/>
          </p:cNvSpPr>
          <p:nvPr>
            <p:ph type="ftr" sz="quarter" idx="15"/>
          </p:nvPr>
        </p:nvSpPr>
        <p:spPr bwMode="white"/>
        <p:txBody>
          <a:bodyPr/>
          <a:lstStyle>
            <a:lvl1pPr>
              <a:defRPr>
                <a:solidFill>
                  <a:schemeClr val="bg1"/>
                </a:solidFill>
              </a:defRPr>
            </a:lvl1pPr>
          </a:lstStyle>
          <a:p>
            <a:r>
              <a:rPr lang="de-DE" dirty="0"/>
              <a:t>Linux Privilege </a:t>
            </a:r>
            <a:r>
              <a:rPr lang="de-DE" dirty="0" err="1"/>
              <a:t>Escalation</a:t>
            </a:r>
            <a:r>
              <a:rPr lang="de-DE" dirty="0"/>
              <a:t> Workshop</a:t>
            </a:r>
          </a:p>
        </p:txBody>
      </p:sp>
      <p:sp>
        <p:nvSpPr>
          <p:cNvPr id="10" name="Foliennummernplatzhalter 9">
            <a:extLst>
              <a:ext uri="{FF2B5EF4-FFF2-40B4-BE49-F238E27FC236}">
                <a16:creationId xmlns:a16="http://schemas.microsoft.com/office/drawing/2014/main" id="{D46D6DED-D297-4D05-B391-8FC2CC9A4F2C}"/>
              </a:ext>
            </a:extLst>
          </p:cNvPr>
          <p:cNvSpPr>
            <a:spLocks noGrp="1"/>
          </p:cNvSpPr>
          <p:nvPr>
            <p:ph type="sldNum" sz="quarter" idx="16"/>
          </p:nvPr>
        </p:nvSpPr>
        <p:spPr bwMode="white"/>
        <p:txBody>
          <a:bodyPr/>
          <a:lstStyle>
            <a:lvl1pPr>
              <a:defRPr>
                <a:solidFill>
                  <a:schemeClr val="bg1"/>
                </a:solidFill>
              </a:defRPr>
            </a:lvl1pPr>
          </a:lstStyle>
          <a:p>
            <a:fld id="{F86FCC4D-0438-154F-9910-1CF4711F776F}" type="slidenum">
              <a:rPr lang="de-DE" smtClean="0"/>
              <a:pPr/>
              <a:t>‹Nr.›</a:t>
            </a:fld>
            <a:endParaRPr lang="de-DE" dirty="0"/>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287" y="1584303"/>
            <a:ext cx="3168000" cy="4356122"/>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6" y="968400"/>
            <a:ext cx="6732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11" name="Inhaltsplatzhalter 11">
            <a:extLst>
              <a:ext uri="{FF2B5EF4-FFF2-40B4-BE49-F238E27FC236}">
                <a16:creationId xmlns:a16="http://schemas.microsoft.com/office/drawing/2014/main" id="{D96A174D-8DED-443F-94E9-8B0123E33CB3}"/>
              </a:ext>
            </a:extLst>
          </p:cNvPr>
          <p:cNvSpPr>
            <a:spLocks noGrp="1"/>
          </p:cNvSpPr>
          <p:nvPr>
            <p:ph sz="quarter" idx="20" hasCustomPrompt="1"/>
          </p:nvPr>
        </p:nvSpPr>
        <p:spPr bwMode="white">
          <a:xfrm>
            <a:off x="7919851" y="1584326"/>
            <a:ext cx="3168000" cy="4355838"/>
          </a:xfrm>
        </p:spPr>
        <p:txBody>
          <a:bodyPr/>
          <a:lstStyle>
            <a:lvl1pPr>
              <a:buClr>
                <a:schemeClr val="bg1"/>
              </a:buClr>
              <a:defRPr>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51" name="Inhaltsplatzhalter 11">
            <a:extLst>
              <a:ext uri="{FF2B5EF4-FFF2-40B4-BE49-F238E27FC236}">
                <a16:creationId xmlns:a16="http://schemas.microsoft.com/office/drawing/2014/main" id="{0A9ACF00-7F40-41E8-BDA7-8E1AFFC06DF3}"/>
              </a:ext>
            </a:extLst>
          </p:cNvPr>
          <p:cNvSpPr>
            <a:spLocks noGrp="1"/>
          </p:cNvSpPr>
          <p:nvPr>
            <p:ph sz="quarter" idx="21" hasCustomPrompt="1"/>
          </p:nvPr>
        </p:nvSpPr>
        <p:spPr>
          <a:xfrm>
            <a:off x="3959411" y="1584303"/>
            <a:ext cx="3168000" cy="4356122"/>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pic>
        <p:nvPicPr>
          <p:cNvPr id="7" name="Grafik 6">
            <a:extLst>
              <a:ext uri="{FF2B5EF4-FFF2-40B4-BE49-F238E27FC236}">
                <a16:creationId xmlns:a16="http://schemas.microsoft.com/office/drawing/2014/main" id="{33A94E1F-0013-4839-AFE2-7F7DC7CBF94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32119" y="288000"/>
            <a:ext cx="1152128" cy="214482"/>
          </a:xfrm>
          <a:prstGeom prst="rect">
            <a:avLst/>
          </a:prstGeom>
        </p:spPr>
      </p:pic>
      <p:sp>
        <p:nvSpPr>
          <p:cNvPr id="2" name="Titel 1">
            <a:extLst>
              <a:ext uri="{FF2B5EF4-FFF2-40B4-BE49-F238E27FC236}">
                <a16:creationId xmlns:a16="http://schemas.microsoft.com/office/drawing/2014/main" id="{AE982CA3-5E98-47B2-BDC7-37AC8FC9F3EC}"/>
              </a:ext>
            </a:extLst>
          </p:cNvPr>
          <p:cNvSpPr>
            <a:spLocks noGrp="1"/>
          </p:cNvSpPr>
          <p:nvPr>
            <p:ph type="title" hasCustomPrompt="1"/>
          </p:nvPr>
        </p:nvSpPr>
        <p:spPr>
          <a:xfrm>
            <a:off x="397499" y="261056"/>
            <a:ext cx="6729517" cy="648000"/>
          </a:xfrm>
        </p:spPr>
        <p:txBody>
          <a:bodyPr/>
          <a:lstStyle/>
          <a:p>
            <a:r>
              <a:rPr lang="de-DE" dirty="0"/>
              <a:t>Titel hinzufügen</a:t>
            </a:r>
          </a:p>
        </p:txBody>
      </p:sp>
    </p:spTree>
    <p:extLst>
      <p:ext uri="{BB962C8B-B14F-4D97-AF65-F5344CB8AC3E}">
        <p14:creationId xmlns:p14="http://schemas.microsoft.com/office/powerpoint/2010/main" val="41819787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userDrawn="1">
          <p15:clr>
            <a:srgbClr val="A4A3A4"/>
          </p15:clr>
        </p15:guide>
        <p15:guide id="2" pos="4989" userDrawn="1">
          <p15:clr>
            <a:srgbClr val="A4A3A4"/>
          </p15:clr>
        </p15:guide>
        <p15:guide id="3" pos="2494" userDrawn="1">
          <p15:clr>
            <a:srgbClr val="A4A3A4"/>
          </p15:clr>
        </p15:guide>
        <p15:guide id="4" pos="2245" userDrawn="1">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arginalie &amp; zwei Inhalt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7C7C8DD0-98B5-44F7-86B3-A2BE00FF3EC2}"/>
              </a:ext>
            </a:extLst>
          </p:cNvPr>
          <p:cNvSpPr/>
          <p:nvPr userDrawn="1"/>
        </p:nvSpPr>
        <p:spPr bwMode="ltGray">
          <a:xfrm>
            <a:off x="-1" y="0"/>
            <a:ext cx="3960000" cy="633571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20000"/>
              </a:lnSpc>
              <a:spcBef>
                <a:spcPts val="600"/>
              </a:spcBef>
            </a:pPr>
            <a:endParaRPr lang="de-DE" sz="1200" dirty="0">
              <a:solidFill>
                <a:schemeClr val="bg1"/>
              </a:solidFill>
            </a:endParaRPr>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4355776" y="1584325"/>
            <a:ext cx="3168000" cy="4355388"/>
          </a:xfrm>
        </p:spPr>
        <p:txBody>
          <a:bodyPr numCol="1" spcCol="396000"/>
          <a:lstStyle>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5B908BB5-A6C0-4681-8C6B-456EB5A79A77}"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76" name="Textplatzhalter 15">
            <a:extLst>
              <a:ext uri="{FF2B5EF4-FFF2-40B4-BE49-F238E27FC236}">
                <a16:creationId xmlns:a16="http://schemas.microsoft.com/office/drawing/2014/main" id="{C274E1F8-D370-4E56-AEDC-F90C3FFC4F84}"/>
              </a:ext>
            </a:extLst>
          </p:cNvPr>
          <p:cNvSpPr>
            <a:spLocks noGrp="1"/>
          </p:cNvSpPr>
          <p:nvPr>
            <p:ph type="body" sz="quarter" idx="18" hasCustomPrompt="1"/>
          </p:nvPr>
        </p:nvSpPr>
        <p:spPr>
          <a:xfrm>
            <a:off x="4356689" y="968400"/>
            <a:ext cx="540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178" name="Inhaltsplatzhalter 11">
            <a:extLst>
              <a:ext uri="{FF2B5EF4-FFF2-40B4-BE49-F238E27FC236}">
                <a16:creationId xmlns:a16="http://schemas.microsoft.com/office/drawing/2014/main" id="{8E91B87F-4E4D-41E8-A069-1BCA1FB5010F}"/>
              </a:ext>
            </a:extLst>
          </p:cNvPr>
          <p:cNvSpPr>
            <a:spLocks noGrp="1"/>
          </p:cNvSpPr>
          <p:nvPr>
            <p:ph sz="quarter" idx="26" hasCustomPrompt="1"/>
          </p:nvPr>
        </p:nvSpPr>
        <p:spPr bwMode="white">
          <a:xfrm>
            <a:off x="395288" y="1585061"/>
            <a:ext cx="3168000" cy="4355104"/>
          </a:xfrm>
        </p:spPr>
        <p:txBody>
          <a:bodyPr/>
          <a:lstStyle>
            <a:lvl1pPr>
              <a:buClr>
                <a:schemeClr val="bg1"/>
              </a:buClr>
              <a:defRPr>
                <a:solidFill>
                  <a:schemeClr val="bg1"/>
                </a:solidFill>
              </a:defRPr>
            </a:lvl1pPr>
            <a:lvl2pPr>
              <a:defRPr sz="1600">
                <a:solidFill>
                  <a:schemeClr val="bg1"/>
                </a:solidFill>
              </a:defRPr>
            </a:lvl2pPr>
            <a:lvl3pPr>
              <a:buClrTx/>
              <a:defRPr sz="1600">
                <a:solidFill>
                  <a:schemeClr val="bg1"/>
                </a:solidFill>
              </a:defRPr>
            </a:lvl3pPr>
            <a:lvl4pPr>
              <a:buClrTx/>
              <a:defRPr sz="1600">
                <a:solidFill>
                  <a:schemeClr val="bg1"/>
                </a:solidFill>
              </a:defRPr>
            </a:lvl4pPr>
            <a:lvl5pPr>
              <a:buClrTx/>
              <a:defRPr sz="1600">
                <a:solidFill>
                  <a:schemeClr val="bg1"/>
                </a:solidFill>
              </a:defRPr>
            </a:lvl5pPr>
            <a:lvl6pPr>
              <a:buClrTx/>
              <a:defRPr sz="1600">
                <a:solidFill>
                  <a:schemeClr val="bg1"/>
                </a:solidFill>
              </a:defRPr>
            </a:lvl6pPr>
            <a:lvl7pPr>
              <a:buClrTx/>
              <a:defRPr sz="1600">
                <a:solidFill>
                  <a:schemeClr val="bg1"/>
                </a:solidFill>
              </a:defRPr>
            </a:lvl7pPr>
            <a:lvl8pPr>
              <a:buClrTx/>
              <a:defRPr sz="1600">
                <a:solidFill>
                  <a:schemeClr val="bg1"/>
                </a:solidFill>
              </a:defRPr>
            </a:lvl8pPr>
            <a:lvl9pPr>
              <a:buClrTx/>
              <a:defRPr sz="1600">
                <a:solidFill>
                  <a:schemeClr val="bg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79" name="Inhaltsplatzhalter 11">
            <a:extLst>
              <a:ext uri="{FF2B5EF4-FFF2-40B4-BE49-F238E27FC236}">
                <a16:creationId xmlns:a16="http://schemas.microsoft.com/office/drawing/2014/main" id="{E548282D-172A-4400-B7F3-A7D1400914DD}"/>
              </a:ext>
            </a:extLst>
          </p:cNvPr>
          <p:cNvSpPr>
            <a:spLocks noGrp="1"/>
          </p:cNvSpPr>
          <p:nvPr>
            <p:ph sz="quarter" idx="27" hasCustomPrompt="1"/>
          </p:nvPr>
        </p:nvSpPr>
        <p:spPr>
          <a:xfrm>
            <a:off x="7919851" y="1584325"/>
            <a:ext cx="3168000" cy="4355388"/>
          </a:xfrm>
        </p:spPr>
        <p:txBody>
          <a:bodyPr numCol="1" spcCol="396000"/>
          <a:lstStyle>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2" name="Titel 1">
            <a:extLst>
              <a:ext uri="{FF2B5EF4-FFF2-40B4-BE49-F238E27FC236}">
                <a16:creationId xmlns:a16="http://schemas.microsoft.com/office/drawing/2014/main" id="{3CEA87D3-1649-4377-B31D-60E993871725}"/>
              </a:ext>
            </a:extLst>
          </p:cNvPr>
          <p:cNvSpPr>
            <a:spLocks noGrp="1"/>
          </p:cNvSpPr>
          <p:nvPr>
            <p:ph type="title" hasCustomPrompt="1"/>
          </p:nvPr>
        </p:nvSpPr>
        <p:spPr>
          <a:xfrm>
            <a:off x="4356689" y="261056"/>
            <a:ext cx="5400000" cy="648000"/>
          </a:xfrm>
        </p:spPr>
        <p:txBody>
          <a:bodyPr/>
          <a:lstStyle/>
          <a:p>
            <a:r>
              <a:rPr lang="de-DE" dirty="0"/>
              <a:t>Titel hinzufügen</a:t>
            </a:r>
          </a:p>
        </p:txBody>
      </p:sp>
    </p:spTree>
    <p:extLst>
      <p:ext uri="{BB962C8B-B14F-4D97-AF65-F5344CB8AC3E}">
        <p14:creationId xmlns:p14="http://schemas.microsoft.com/office/powerpoint/2010/main" val="20903361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744" userDrawn="1">
          <p15:clr>
            <a:srgbClr val="A4A3A4"/>
          </p15:clr>
        </p15:guide>
        <p15:guide id="2" pos="2245" userDrawn="1">
          <p15:clr>
            <a:srgbClr val="A4A3A4"/>
          </p15:clr>
        </p15:guide>
        <p15:guide id="3" pos="4739" userDrawn="1">
          <p15:clr>
            <a:srgbClr val="A4A3A4"/>
          </p15:clr>
        </p15:guide>
        <p15:guide id="4" pos="4989" userDrawn="1">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Inhalt | Fläche">
    <p:bg>
      <p:bgRef idx="1001">
        <a:schemeClr val="bg1"/>
      </p:bgRef>
    </p:bg>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7C7C8DD0-98B5-44F7-86B3-A2BE00FF3EC2}"/>
              </a:ext>
            </a:extLst>
          </p:cNvPr>
          <p:cNvSpPr/>
          <p:nvPr userDrawn="1"/>
        </p:nvSpPr>
        <p:spPr bwMode="ltGray">
          <a:xfrm>
            <a:off x="-1" y="0"/>
            <a:ext cx="3960000" cy="633571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20000"/>
              </a:lnSpc>
              <a:spcBef>
                <a:spcPts val="600"/>
              </a:spcBef>
            </a:pPr>
            <a:endParaRPr lang="de-DE" sz="1200" dirty="0">
              <a:solidFill>
                <a:schemeClr val="bg1"/>
              </a:solidFill>
            </a:endParaRPr>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4355775" y="1584325"/>
            <a:ext cx="6732913" cy="4355388"/>
          </a:xfrm>
        </p:spPr>
        <p:txBody>
          <a:bodyPr numCol="1" spcCol="396000"/>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76" name="Textplatzhalter 15">
            <a:extLst>
              <a:ext uri="{FF2B5EF4-FFF2-40B4-BE49-F238E27FC236}">
                <a16:creationId xmlns:a16="http://schemas.microsoft.com/office/drawing/2014/main" id="{C274E1F8-D370-4E56-AEDC-F90C3FFC4F84}"/>
              </a:ext>
            </a:extLst>
          </p:cNvPr>
          <p:cNvSpPr>
            <a:spLocks noGrp="1"/>
          </p:cNvSpPr>
          <p:nvPr>
            <p:ph type="body" sz="quarter" idx="18" hasCustomPrompt="1"/>
          </p:nvPr>
        </p:nvSpPr>
        <p:spPr>
          <a:xfrm>
            <a:off x="4356689" y="968400"/>
            <a:ext cx="540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2" name="Titel 1">
            <a:extLst>
              <a:ext uri="{FF2B5EF4-FFF2-40B4-BE49-F238E27FC236}">
                <a16:creationId xmlns:a16="http://schemas.microsoft.com/office/drawing/2014/main" id="{546EA43C-1920-4284-8F82-F6928E0FAD6A}"/>
              </a:ext>
            </a:extLst>
          </p:cNvPr>
          <p:cNvSpPr>
            <a:spLocks noGrp="1"/>
          </p:cNvSpPr>
          <p:nvPr>
            <p:ph type="title" hasCustomPrompt="1"/>
          </p:nvPr>
        </p:nvSpPr>
        <p:spPr>
          <a:xfrm>
            <a:off x="4355775" y="261056"/>
            <a:ext cx="5400914" cy="648000"/>
          </a:xfrm>
        </p:spPr>
        <p:txBody>
          <a:bodyPr/>
          <a:lstStyle/>
          <a:p>
            <a:r>
              <a:rPr lang="de-DE" dirty="0"/>
              <a:t>Titel hinzufügen</a:t>
            </a:r>
          </a:p>
        </p:txBody>
      </p:sp>
    </p:spTree>
    <p:extLst>
      <p:ext uri="{BB962C8B-B14F-4D97-AF65-F5344CB8AC3E}">
        <p14:creationId xmlns:p14="http://schemas.microsoft.com/office/powerpoint/2010/main" val="38236069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744" userDrawn="1">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ld &amp; Marginalie">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73C468E9-9C59-41E3-84F0-93A97900A053}"/>
              </a:ext>
            </a:extLst>
          </p:cNvPr>
          <p:cNvSpPr/>
          <p:nvPr userDrawn="1"/>
        </p:nvSpPr>
        <p:spPr bwMode="ltGray">
          <a:xfrm>
            <a:off x="7524203" y="0"/>
            <a:ext cx="4355060" cy="633571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20000"/>
              </a:lnSpc>
              <a:spcBef>
                <a:spcPts val="600"/>
              </a:spcBef>
            </a:pPr>
            <a:endParaRPr lang="de-DE" sz="1200" dirty="0">
              <a:solidFill>
                <a:schemeClr val="bg1"/>
              </a:solidFill>
            </a:endParaRPr>
          </a:p>
        </p:txBody>
      </p:sp>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bwMode="white">
          <a:xfrm>
            <a:off x="7920203" y="1584325"/>
            <a:ext cx="3168000" cy="4355388"/>
          </a:xfrm>
        </p:spPr>
        <p:txBody>
          <a:bodyPr/>
          <a:lstStyle>
            <a:lvl1pPr>
              <a:buClr>
                <a:schemeClr val="bg1"/>
              </a:buClr>
              <a:defRPr>
                <a:solidFill>
                  <a:schemeClr val="bg1"/>
                </a:solidFill>
              </a:defRPr>
            </a:lvl1pPr>
            <a:lvl2pPr>
              <a:defRPr sz="1600">
                <a:solidFill>
                  <a:schemeClr val="bg1"/>
                </a:solidFill>
              </a:defRPr>
            </a:lvl2pPr>
            <a:lvl3pPr>
              <a:buClrTx/>
              <a:defRPr sz="1600">
                <a:solidFill>
                  <a:schemeClr val="bg1"/>
                </a:solidFill>
              </a:defRPr>
            </a:lvl3pPr>
            <a:lvl4pPr>
              <a:buClrTx/>
              <a:defRPr sz="1600">
                <a:solidFill>
                  <a:schemeClr val="bg1"/>
                </a:solidFill>
              </a:defRPr>
            </a:lvl4pPr>
            <a:lvl5pPr>
              <a:buClrTx/>
              <a:defRPr sz="1600">
                <a:solidFill>
                  <a:schemeClr val="bg1"/>
                </a:solidFill>
              </a:defRPr>
            </a:lvl5pPr>
            <a:lvl6pPr>
              <a:buClrTx/>
              <a:defRPr sz="1600">
                <a:solidFill>
                  <a:schemeClr val="bg1"/>
                </a:solidFill>
              </a:defRPr>
            </a:lvl6pPr>
            <a:lvl7pPr>
              <a:buClrTx/>
              <a:defRPr sz="1600">
                <a:solidFill>
                  <a:schemeClr val="bg1"/>
                </a:solidFill>
              </a:defRPr>
            </a:lvl7pPr>
            <a:lvl8pPr>
              <a:buClrTx/>
              <a:defRPr sz="1600">
                <a:solidFill>
                  <a:schemeClr val="bg1"/>
                </a:solidFill>
              </a:defRPr>
            </a:lvl8pPr>
            <a:lvl9pPr>
              <a:buClrTx/>
              <a:defRPr sz="1600">
                <a:solidFill>
                  <a:schemeClr val="bg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759" y="968400"/>
            <a:ext cx="6732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bwMode="white"/>
        <p:txBody>
          <a:bodyPr/>
          <a:lstStyle>
            <a:lvl1pPr>
              <a:defRPr>
                <a:solidFill>
                  <a:schemeClr val="bg1"/>
                </a:solidFill>
              </a:defRPr>
            </a:lvl1pPr>
          </a:lstStyle>
          <a:p>
            <a:fld id="{447B6824-9184-4112-988E-A9CAC95B17D4}"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bwMode="white"/>
        <p:txBody>
          <a:bodyPr/>
          <a:lstStyle>
            <a:lvl1pPr>
              <a:defRPr>
                <a:solidFill>
                  <a:schemeClr val="bg1"/>
                </a:solidFill>
              </a:defRPr>
            </a:lvl1p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bwMode="white"/>
        <p:txBody>
          <a:bodyPr/>
          <a:lstStyle>
            <a:lvl1pPr>
              <a:defRPr>
                <a:solidFill>
                  <a:schemeClr val="bg1"/>
                </a:solidFill>
              </a:defRPr>
            </a:lvl1pPr>
          </a:lstStyle>
          <a:p>
            <a:fld id="{F86FCC4D-0438-154F-9910-1CF4711F776F}" type="slidenum">
              <a:rPr lang="de-DE" smtClean="0"/>
              <a:pPr/>
              <a:t>‹Nr.›</a:t>
            </a:fld>
            <a:endParaRPr lang="de-DE" dirty="0"/>
          </a:p>
        </p:txBody>
      </p:sp>
      <p:sp>
        <p:nvSpPr>
          <p:cNvPr id="15" name="Bildplatzhalter 3">
            <a:extLst>
              <a:ext uri="{FF2B5EF4-FFF2-40B4-BE49-F238E27FC236}">
                <a16:creationId xmlns:a16="http://schemas.microsoft.com/office/drawing/2014/main" id="{0285B130-7783-40B1-AEAF-CCE380CE46BD}"/>
              </a:ext>
            </a:extLst>
          </p:cNvPr>
          <p:cNvSpPr>
            <a:spLocks noGrp="1"/>
          </p:cNvSpPr>
          <p:nvPr>
            <p:ph type="pic" sz="quarter" idx="15" hasCustomPrompt="1"/>
          </p:nvPr>
        </p:nvSpPr>
        <p:spPr>
          <a:xfrm>
            <a:off x="395015" y="1584282"/>
            <a:ext cx="6732000" cy="4356143"/>
          </a:xfrm>
          <a:noFill/>
        </p:spPr>
        <p:txBody>
          <a:bodyPr bIns="864000" anchor="ctr" anchorCtr="1"/>
          <a:lstStyle>
            <a:lvl1pPr algn="ctr">
              <a:lnSpc>
                <a:spcPct val="100000"/>
              </a:lnSpc>
              <a:spcBef>
                <a:spcPts val="0"/>
              </a:spcBef>
              <a:defRPr sz="1000" b="0">
                <a:solidFill>
                  <a:sysClr val="windowText" lastClr="000000"/>
                </a:solidFill>
              </a:defRPr>
            </a:lvl1pPr>
          </a:lstStyle>
          <a:p>
            <a:r>
              <a:rPr lang="de-DE" dirty="0"/>
              <a:t>Bild durch Klick</a:t>
            </a:r>
            <a:br>
              <a:rPr lang="de-DE" dirty="0"/>
            </a:br>
            <a:r>
              <a:rPr lang="de-DE" dirty="0"/>
              <a:t>auf Icon einfügen.</a:t>
            </a:r>
          </a:p>
        </p:txBody>
      </p:sp>
      <p:pic>
        <p:nvPicPr>
          <p:cNvPr id="4" name="Grafik 3">
            <a:extLst>
              <a:ext uri="{FF2B5EF4-FFF2-40B4-BE49-F238E27FC236}">
                <a16:creationId xmlns:a16="http://schemas.microsoft.com/office/drawing/2014/main" id="{A3D695C3-3D47-45D5-AD74-B616BB79AC6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32119" y="288000"/>
            <a:ext cx="1152128" cy="214482"/>
          </a:xfrm>
          <a:prstGeom prst="rect">
            <a:avLst/>
          </a:prstGeom>
        </p:spPr>
      </p:pic>
      <p:sp>
        <p:nvSpPr>
          <p:cNvPr id="2" name="Titel 1">
            <a:extLst>
              <a:ext uri="{FF2B5EF4-FFF2-40B4-BE49-F238E27FC236}">
                <a16:creationId xmlns:a16="http://schemas.microsoft.com/office/drawing/2014/main" id="{C46F1457-EAA7-463F-9F10-FB2DFBB84FE3}"/>
              </a:ext>
            </a:extLst>
          </p:cNvPr>
          <p:cNvSpPr>
            <a:spLocks noGrp="1"/>
          </p:cNvSpPr>
          <p:nvPr>
            <p:ph type="title" hasCustomPrompt="1"/>
          </p:nvPr>
        </p:nvSpPr>
        <p:spPr>
          <a:xfrm>
            <a:off x="397499" y="261056"/>
            <a:ext cx="6730376" cy="648000"/>
          </a:xfrm>
        </p:spPr>
        <p:txBody>
          <a:bodyPr/>
          <a:lstStyle/>
          <a:p>
            <a:r>
              <a:rPr lang="de-DE" dirty="0"/>
              <a:t>Titel hinzufügen</a:t>
            </a:r>
          </a:p>
        </p:txBody>
      </p:sp>
    </p:spTree>
    <p:extLst>
      <p:ext uri="{BB962C8B-B14F-4D97-AF65-F5344CB8AC3E}">
        <p14:creationId xmlns:p14="http://schemas.microsoft.com/office/powerpoint/2010/main" val="2432224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userDrawn="1">
          <p15:clr>
            <a:srgbClr val="A4A3A4"/>
          </p15:clr>
        </p15:guide>
        <p15:guide id="2" pos="4989"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ld &amp; Inhalt">
    <p:spTree>
      <p:nvGrpSpPr>
        <p:cNvPr id="1" name=""/>
        <p:cNvGrpSpPr/>
        <p:nvPr/>
      </p:nvGrpSpPr>
      <p:grpSpPr>
        <a:xfrm>
          <a:off x="0" y="0"/>
          <a:ext cx="0" cy="0"/>
          <a:chOff x="0" y="0"/>
          <a:chExt cx="0" cy="0"/>
        </a:xfrm>
      </p:grpSpPr>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4355776" y="1584325"/>
            <a:ext cx="6732000" cy="435538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4355776" y="968400"/>
            <a:ext cx="540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264998E9-DCB6-41C2-B27F-B52903506692}"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5" name="Bildplatzhalter 3">
            <a:extLst>
              <a:ext uri="{FF2B5EF4-FFF2-40B4-BE49-F238E27FC236}">
                <a16:creationId xmlns:a16="http://schemas.microsoft.com/office/drawing/2014/main" id="{0285B130-7783-40B1-AEAF-CCE380CE46BD}"/>
              </a:ext>
            </a:extLst>
          </p:cNvPr>
          <p:cNvSpPr>
            <a:spLocks noGrp="1"/>
          </p:cNvSpPr>
          <p:nvPr>
            <p:ph type="pic" sz="quarter" idx="15" hasCustomPrompt="1"/>
          </p:nvPr>
        </p:nvSpPr>
        <p:spPr>
          <a:xfrm>
            <a:off x="0" y="0"/>
            <a:ext cx="3959999" cy="6335713"/>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2" name="Titel 1">
            <a:extLst>
              <a:ext uri="{FF2B5EF4-FFF2-40B4-BE49-F238E27FC236}">
                <a16:creationId xmlns:a16="http://schemas.microsoft.com/office/drawing/2014/main" id="{DF086196-7560-4436-A8AB-FD1A622F9969}"/>
              </a:ext>
            </a:extLst>
          </p:cNvPr>
          <p:cNvSpPr>
            <a:spLocks noGrp="1"/>
          </p:cNvSpPr>
          <p:nvPr>
            <p:ph type="title" hasCustomPrompt="1"/>
          </p:nvPr>
        </p:nvSpPr>
        <p:spPr>
          <a:xfrm>
            <a:off x="4355775" y="261056"/>
            <a:ext cx="5400000" cy="648000"/>
          </a:xfrm>
        </p:spPr>
        <p:txBody>
          <a:bodyPr/>
          <a:lstStyle/>
          <a:p>
            <a:r>
              <a:rPr lang="de-DE" dirty="0"/>
              <a:t>Titel hinzufügen</a:t>
            </a:r>
          </a:p>
        </p:txBody>
      </p:sp>
    </p:spTree>
    <p:extLst>
      <p:ext uri="{BB962C8B-B14F-4D97-AF65-F5344CB8AC3E}">
        <p14:creationId xmlns:p14="http://schemas.microsoft.com/office/powerpoint/2010/main" val="13194164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494" userDrawn="1">
          <p15:clr>
            <a:srgbClr val="A4A3A4"/>
          </p15:clr>
        </p15:guide>
        <p15:guide id="2" pos="2744" userDrawn="1">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halt &amp; Bild | rechts">
    <p:spTree>
      <p:nvGrpSpPr>
        <p:cNvPr id="1" name=""/>
        <p:cNvGrpSpPr/>
        <p:nvPr/>
      </p:nvGrpSpPr>
      <p:grpSpPr>
        <a:xfrm>
          <a:off x="0" y="0"/>
          <a:ext cx="0" cy="0"/>
          <a:chOff x="0" y="0"/>
          <a:chExt cx="0" cy="0"/>
        </a:xfrm>
      </p:grpSpPr>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395015" y="1584368"/>
            <a:ext cx="3564000" cy="4355345"/>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E76C59FC-CF29-4249-9035-7A23B21336EC}"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5" name="Bildplatzhalter 3">
            <a:extLst>
              <a:ext uri="{FF2B5EF4-FFF2-40B4-BE49-F238E27FC236}">
                <a16:creationId xmlns:a16="http://schemas.microsoft.com/office/drawing/2014/main" id="{0285B130-7783-40B1-AEAF-CCE380CE46BD}"/>
              </a:ext>
            </a:extLst>
          </p:cNvPr>
          <p:cNvSpPr>
            <a:spLocks noGrp="1"/>
          </p:cNvSpPr>
          <p:nvPr>
            <p:ph type="pic" sz="quarter" idx="15" hasCustomPrompt="1"/>
          </p:nvPr>
        </p:nvSpPr>
        <p:spPr>
          <a:xfrm>
            <a:off x="4356203" y="1584325"/>
            <a:ext cx="6732000"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2" name="Titel 1">
            <a:extLst>
              <a:ext uri="{FF2B5EF4-FFF2-40B4-BE49-F238E27FC236}">
                <a16:creationId xmlns:a16="http://schemas.microsoft.com/office/drawing/2014/main" id="{424BD403-6873-437C-A34F-EC0168BC22EF}"/>
              </a:ext>
            </a:extLst>
          </p:cNvPr>
          <p:cNvSpPr>
            <a:spLocks noGrp="1"/>
          </p:cNvSpPr>
          <p:nvPr>
            <p:ph type="title" hasCustomPrompt="1"/>
          </p:nvPr>
        </p:nvSpPr>
        <p:spPr/>
        <p:txBody>
          <a:bodyPr/>
          <a:lstStyle/>
          <a:p>
            <a:r>
              <a:rPr lang="de-DE" dirty="0"/>
              <a:t>Titel hinzufügen</a:t>
            </a:r>
          </a:p>
        </p:txBody>
      </p:sp>
      <p:sp>
        <p:nvSpPr>
          <p:cNvPr id="10" name="Textplatzhalter 15">
            <a:extLst>
              <a:ext uri="{FF2B5EF4-FFF2-40B4-BE49-F238E27FC236}">
                <a16:creationId xmlns:a16="http://schemas.microsoft.com/office/drawing/2014/main" id="{0E0A2EA8-94DB-46C9-A9D1-FB450B65D64E}"/>
              </a:ext>
            </a:extLst>
          </p:cNvPr>
          <p:cNvSpPr>
            <a:spLocks noGrp="1"/>
          </p:cNvSpPr>
          <p:nvPr>
            <p:ph type="body" sz="quarter" idx="18" hasCustomPrompt="1"/>
          </p:nvPr>
        </p:nvSpPr>
        <p:spPr>
          <a:xfrm>
            <a:off x="395015" y="968400"/>
            <a:ext cx="9360000" cy="288000"/>
          </a:xfrm>
        </p:spPr>
        <p:txBody>
          <a:bodyPr/>
          <a:lstStyle>
            <a:lvl1pPr marL="0" indent="0">
              <a:buFont typeface="Arial" panose="020B0604020202020204" pitchFamily="34" charset="0"/>
              <a:buNone/>
              <a:defRPr sz="1800" b="0">
                <a:solidFill>
                  <a:schemeClr val="tx1"/>
                </a:solidFill>
              </a:defRPr>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Tree>
    <p:extLst>
      <p:ext uri="{BB962C8B-B14F-4D97-AF65-F5344CB8AC3E}">
        <p14:creationId xmlns:p14="http://schemas.microsoft.com/office/powerpoint/2010/main" val="41725114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744" userDrawn="1">
          <p15:clr>
            <a:srgbClr val="A4A3A4"/>
          </p15:clr>
        </p15:guide>
        <p15:guide id="2" pos="2494" userDrawn="1">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halt &amp; Bild | links">
    <p:spTree>
      <p:nvGrpSpPr>
        <p:cNvPr id="1" name=""/>
        <p:cNvGrpSpPr/>
        <p:nvPr/>
      </p:nvGrpSpPr>
      <p:grpSpPr>
        <a:xfrm>
          <a:off x="0" y="0"/>
          <a:ext cx="0" cy="0"/>
          <a:chOff x="0" y="0"/>
          <a:chExt cx="0" cy="0"/>
        </a:xfrm>
      </p:grpSpPr>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a:xfrm>
            <a:off x="7524203" y="1584325"/>
            <a:ext cx="3564000" cy="435538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5"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AD939BAD-BF39-439D-A27E-BD4F1859CC12}"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5" name="Bildplatzhalter 3">
            <a:extLst>
              <a:ext uri="{FF2B5EF4-FFF2-40B4-BE49-F238E27FC236}">
                <a16:creationId xmlns:a16="http://schemas.microsoft.com/office/drawing/2014/main" id="{0285B130-7783-40B1-AEAF-CCE380CE46BD}"/>
              </a:ext>
            </a:extLst>
          </p:cNvPr>
          <p:cNvSpPr>
            <a:spLocks noGrp="1"/>
          </p:cNvSpPr>
          <p:nvPr>
            <p:ph type="pic" sz="quarter" idx="15" hasCustomPrompt="1"/>
          </p:nvPr>
        </p:nvSpPr>
        <p:spPr>
          <a:xfrm>
            <a:off x="397499" y="1585037"/>
            <a:ext cx="6732000" cy="4355388"/>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3" name="Titel 2">
            <a:extLst>
              <a:ext uri="{FF2B5EF4-FFF2-40B4-BE49-F238E27FC236}">
                <a16:creationId xmlns:a16="http://schemas.microsoft.com/office/drawing/2014/main" id="{C217862A-30BF-4736-9DA4-0FA1A2F35D67}"/>
              </a:ext>
            </a:extLst>
          </p:cNvPr>
          <p:cNvSpPr>
            <a:spLocks noGrp="1"/>
          </p:cNvSpPr>
          <p:nvPr>
            <p:ph type="title" hasCustomPrompt="1"/>
          </p:nvPr>
        </p:nvSpPr>
        <p:spPr/>
        <p:txBody>
          <a:bodyPr/>
          <a:lstStyle/>
          <a:p>
            <a:r>
              <a:rPr lang="de-DE" dirty="0"/>
              <a:t>Titel hinzufügen</a:t>
            </a:r>
          </a:p>
        </p:txBody>
      </p:sp>
    </p:spTree>
    <p:extLst>
      <p:ext uri="{BB962C8B-B14F-4D97-AF65-F5344CB8AC3E}">
        <p14:creationId xmlns:p14="http://schemas.microsoft.com/office/powerpoint/2010/main" val="18033055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userDrawn="1">
          <p15:clr>
            <a:srgbClr val="A4A3A4"/>
          </p15:clr>
        </p15:guide>
        <p15:guide id="2" pos="4739" userDrawn="1">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Zwei Inhalte &amp; Bild">
    <p:spTree>
      <p:nvGrpSpPr>
        <p:cNvPr id="1" name=""/>
        <p:cNvGrpSpPr/>
        <p:nvPr/>
      </p:nvGrpSpPr>
      <p:grpSpPr>
        <a:xfrm>
          <a:off x="0" y="0"/>
          <a:ext cx="0" cy="0"/>
          <a:chOff x="0" y="0"/>
          <a:chExt cx="0" cy="0"/>
        </a:xfrm>
      </p:grpSpPr>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5" y="968400"/>
            <a:ext cx="7128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89D17397-378C-4476-9D54-76830C4DF2D0}"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5" name="Bildplatzhalter 3">
            <a:extLst>
              <a:ext uri="{FF2B5EF4-FFF2-40B4-BE49-F238E27FC236}">
                <a16:creationId xmlns:a16="http://schemas.microsoft.com/office/drawing/2014/main" id="{0285B130-7783-40B1-AEAF-CCE380CE46BD}"/>
              </a:ext>
            </a:extLst>
          </p:cNvPr>
          <p:cNvSpPr>
            <a:spLocks noGrp="1"/>
          </p:cNvSpPr>
          <p:nvPr>
            <p:ph type="pic" sz="quarter" idx="15" hasCustomPrompt="1"/>
          </p:nvPr>
        </p:nvSpPr>
        <p:spPr>
          <a:xfrm>
            <a:off x="7929717" y="791550"/>
            <a:ext cx="3168000" cy="5148876"/>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1" name="Inhaltsplatzhalter 11">
            <a:extLst>
              <a:ext uri="{FF2B5EF4-FFF2-40B4-BE49-F238E27FC236}">
                <a16:creationId xmlns:a16="http://schemas.microsoft.com/office/drawing/2014/main" id="{1D6F5E96-D36C-4B18-8821-B8187A78CF5D}"/>
              </a:ext>
            </a:extLst>
          </p:cNvPr>
          <p:cNvSpPr>
            <a:spLocks noGrp="1"/>
          </p:cNvSpPr>
          <p:nvPr>
            <p:ph sz="quarter" idx="17" hasCustomPrompt="1"/>
          </p:nvPr>
        </p:nvSpPr>
        <p:spPr>
          <a:xfrm>
            <a:off x="395287" y="1584326"/>
            <a:ext cx="3348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3" name="Inhaltsplatzhalter 11">
            <a:extLst>
              <a:ext uri="{FF2B5EF4-FFF2-40B4-BE49-F238E27FC236}">
                <a16:creationId xmlns:a16="http://schemas.microsoft.com/office/drawing/2014/main" id="{E669D128-A599-4F4F-A3AB-DF6B2981CAB1}"/>
              </a:ext>
            </a:extLst>
          </p:cNvPr>
          <p:cNvSpPr>
            <a:spLocks noGrp="1"/>
          </p:cNvSpPr>
          <p:nvPr>
            <p:ph sz="quarter" idx="23" hasCustomPrompt="1"/>
          </p:nvPr>
        </p:nvSpPr>
        <p:spPr>
          <a:xfrm>
            <a:off x="4175807" y="1584326"/>
            <a:ext cx="3348000" cy="4355838"/>
          </a:xfrm>
        </p:spPr>
        <p:txBody>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2" name="Titel 1">
            <a:extLst>
              <a:ext uri="{FF2B5EF4-FFF2-40B4-BE49-F238E27FC236}">
                <a16:creationId xmlns:a16="http://schemas.microsoft.com/office/drawing/2014/main" id="{B3D96579-106D-4720-B226-040FC4ED78E3}"/>
              </a:ext>
            </a:extLst>
          </p:cNvPr>
          <p:cNvSpPr>
            <a:spLocks noGrp="1"/>
          </p:cNvSpPr>
          <p:nvPr>
            <p:ph type="title" hasCustomPrompt="1"/>
          </p:nvPr>
        </p:nvSpPr>
        <p:spPr>
          <a:xfrm>
            <a:off x="397499" y="261056"/>
            <a:ext cx="7125516" cy="648000"/>
          </a:xfrm>
        </p:spPr>
        <p:txBody>
          <a:bodyPr/>
          <a:lstStyle/>
          <a:p>
            <a:r>
              <a:rPr lang="de-DE" dirty="0"/>
              <a:t>Titel hinzufügen</a:t>
            </a:r>
          </a:p>
        </p:txBody>
      </p:sp>
    </p:spTree>
    <p:extLst>
      <p:ext uri="{BB962C8B-B14F-4D97-AF65-F5344CB8AC3E}">
        <p14:creationId xmlns:p14="http://schemas.microsoft.com/office/powerpoint/2010/main" val="27276100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358" userDrawn="1">
          <p15:clr>
            <a:srgbClr val="A4A3A4"/>
          </p15:clr>
        </p15:guide>
        <p15:guide id="2" pos="2630" userDrawn="1">
          <p15:clr>
            <a:srgbClr val="A4A3A4"/>
          </p15:clr>
        </p15:guide>
        <p15:guide id="3" pos="4989" userDrawn="1">
          <p15:clr>
            <a:srgbClr val="A4A3A4"/>
          </p15:clr>
        </p15:guide>
        <p15:guide id="4" pos="4739" userDrawn="1">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Projektreferenz | Standard">
    <p:spTree>
      <p:nvGrpSpPr>
        <p:cNvPr id="1" name=""/>
        <p:cNvGrpSpPr/>
        <p:nvPr/>
      </p:nvGrpSpPr>
      <p:grpSpPr>
        <a:xfrm>
          <a:off x="0" y="0"/>
          <a:ext cx="0" cy="0"/>
          <a:chOff x="0" y="0"/>
          <a:chExt cx="0" cy="0"/>
        </a:xfrm>
      </p:grpSpPr>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9D434BC3-9B8C-4240-96F6-E627A781F44A}"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76" name="Textplatzhalter 15">
            <a:extLst>
              <a:ext uri="{FF2B5EF4-FFF2-40B4-BE49-F238E27FC236}">
                <a16:creationId xmlns:a16="http://schemas.microsoft.com/office/drawing/2014/main" id="{C274E1F8-D370-4E56-AEDC-F90C3FFC4F84}"/>
              </a:ext>
            </a:extLst>
          </p:cNvPr>
          <p:cNvSpPr>
            <a:spLocks noGrp="1"/>
          </p:cNvSpPr>
          <p:nvPr>
            <p:ph type="body" sz="quarter" idx="18" hasCustomPrompt="1"/>
          </p:nvPr>
        </p:nvSpPr>
        <p:spPr>
          <a:xfrm>
            <a:off x="395288"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2" name="Titel 1">
            <a:extLst>
              <a:ext uri="{FF2B5EF4-FFF2-40B4-BE49-F238E27FC236}">
                <a16:creationId xmlns:a16="http://schemas.microsoft.com/office/drawing/2014/main" id="{060166BC-8442-460F-AACB-A6B322A21D44}"/>
              </a:ext>
            </a:extLst>
          </p:cNvPr>
          <p:cNvSpPr>
            <a:spLocks noGrp="1"/>
          </p:cNvSpPr>
          <p:nvPr>
            <p:ph type="title" hasCustomPrompt="1"/>
          </p:nvPr>
        </p:nvSpPr>
        <p:spPr>
          <a:xfrm>
            <a:off x="395288" y="261056"/>
            <a:ext cx="9360000" cy="648000"/>
          </a:xfrm>
        </p:spPr>
        <p:txBody>
          <a:bodyPr/>
          <a:lstStyle/>
          <a:p>
            <a:r>
              <a:rPr lang="de-DE" dirty="0"/>
              <a:t>Titel hinzufügen</a:t>
            </a:r>
          </a:p>
        </p:txBody>
      </p:sp>
      <p:sp>
        <p:nvSpPr>
          <p:cNvPr id="24" name="Inhaltsplatzhalter 11">
            <a:extLst>
              <a:ext uri="{FF2B5EF4-FFF2-40B4-BE49-F238E27FC236}">
                <a16:creationId xmlns:a16="http://schemas.microsoft.com/office/drawing/2014/main" id="{C801AD9F-B911-5F41-9DC4-107181059480}"/>
              </a:ext>
            </a:extLst>
          </p:cNvPr>
          <p:cNvSpPr>
            <a:spLocks noGrp="1"/>
          </p:cNvSpPr>
          <p:nvPr>
            <p:ph sz="quarter" idx="17" hasCustomPrompt="1"/>
          </p:nvPr>
        </p:nvSpPr>
        <p:spPr>
          <a:xfrm>
            <a:off x="395288" y="1584325"/>
            <a:ext cx="3311525" cy="4355833"/>
          </a:xfrm>
        </p:spPr>
        <p:txBody>
          <a:bodyPr numCol="1" spcCol="396000"/>
          <a:lstStyle>
            <a:lvl1pPr marL="144000" indent="-144000">
              <a:spcBef>
                <a:spcPts val="300"/>
              </a:spcBef>
              <a:defRPr sz="1000"/>
            </a:lvl1pPr>
            <a:lvl2pPr>
              <a:spcBef>
                <a:spcPts val="1200"/>
              </a:spcBef>
              <a:defRPr sz="1200" b="1"/>
            </a:lvl2pPr>
            <a:lvl3pPr marL="288000" indent="-144000">
              <a:defRPr sz="1000"/>
            </a:lvl3pPr>
            <a:lvl4pPr>
              <a:spcBef>
                <a:spcPts val="300"/>
              </a:spcBef>
              <a:defRPr sz="1000" b="0"/>
            </a:lvl4pPr>
            <a:lvl5pPr>
              <a:defRPr sz="1000"/>
            </a:lvl5pPr>
            <a:lvl6pPr marL="432000" indent="-144000">
              <a:defRPr sz="1000"/>
            </a:lvl6pPr>
            <a:lvl7pPr marL="432000" indent="-144000">
              <a:defRPr sz="1000"/>
            </a:lvl7pPr>
            <a:lvl8pPr marL="432000" indent="-144000">
              <a:defRPr sz="1000"/>
            </a:lvl8pPr>
            <a:lvl9pPr marL="432000" indent="-144000">
              <a:defRPr sz="10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27" name="Bildplatzhalter 9">
            <a:extLst>
              <a:ext uri="{FF2B5EF4-FFF2-40B4-BE49-F238E27FC236}">
                <a16:creationId xmlns:a16="http://schemas.microsoft.com/office/drawing/2014/main" id="{608DEE27-D28A-C943-9CF7-221DC005C8D5}"/>
              </a:ext>
            </a:extLst>
          </p:cNvPr>
          <p:cNvSpPr>
            <a:spLocks noGrp="1"/>
          </p:cNvSpPr>
          <p:nvPr>
            <p:ph type="pic" sz="quarter" idx="29" hasCustomPrompt="1"/>
          </p:nvPr>
        </p:nvSpPr>
        <p:spPr>
          <a:xfrm>
            <a:off x="7776890" y="3744425"/>
            <a:ext cx="3311798" cy="2196000"/>
          </a:xfrm>
        </p:spPr>
        <p:txBody>
          <a:bodyPr bIns="504000" anchor="ctr" anchorCtr="0"/>
          <a:lstStyle>
            <a:lvl1pPr algn="ctr">
              <a:buNone/>
              <a:defRPr sz="1000"/>
            </a:lvl1pPr>
          </a:lstStyle>
          <a:p>
            <a:r>
              <a:rPr lang="de-DE" dirty="0"/>
              <a:t>Nach Möglichkeit hier bitte den Mehrwert bzw. </a:t>
            </a:r>
            <a:br>
              <a:rPr lang="de-DE" dirty="0"/>
            </a:br>
            <a:r>
              <a:rPr lang="de-DE" dirty="0"/>
              <a:t>das fertige Projektergebnis visualisieren</a:t>
            </a:r>
          </a:p>
        </p:txBody>
      </p:sp>
      <p:sp>
        <p:nvSpPr>
          <p:cNvPr id="28" name="Inhaltsplatzhalter 11">
            <a:extLst>
              <a:ext uri="{FF2B5EF4-FFF2-40B4-BE49-F238E27FC236}">
                <a16:creationId xmlns:a16="http://schemas.microsoft.com/office/drawing/2014/main" id="{9D4D3971-96A2-944F-8805-815A3D930704}"/>
              </a:ext>
            </a:extLst>
          </p:cNvPr>
          <p:cNvSpPr>
            <a:spLocks noGrp="1"/>
          </p:cNvSpPr>
          <p:nvPr>
            <p:ph sz="quarter" idx="33" hasCustomPrompt="1"/>
          </p:nvPr>
        </p:nvSpPr>
        <p:spPr>
          <a:xfrm>
            <a:off x="4103791" y="1584325"/>
            <a:ext cx="3276000" cy="4355840"/>
          </a:xfrm>
        </p:spPr>
        <p:txBody>
          <a:bodyPr numCol="1" spcCol="396000"/>
          <a:lstStyle>
            <a:lvl1pPr marL="144000" indent="-144000">
              <a:spcBef>
                <a:spcPts val="300"/>
              </a:spcBef>
              <a:defRPr sz="1000"/>
            </a:lvl1pPr>
            <a:lvl2pPr>
              <a:spcBef>
                <a:spcPts val="1200"/>
              </a:spcBef>
              <a:defRPr sz="1200" b="1"/>
            </a:lvl2pPr>
            <a:lvl3pPr marL="288000" indent="-144000">
              <a:defRPr sz="1000"/>
            </a:lvl3pPr>
            <a:lvl4pPr>
              <a:spcBef>
                <a:spcPts val="300"/>
              </a:spcBef>
              <a:defRPr sz="1000" b="0"/>
            </a:lvl4pPr>
            <a:lvl5pPr>
              <a:defRPr sz="1000"/>
            </a:lvl5pPr>
            <a:lvl6pPr marL="432000" indent="-144000">
              <a:defRPr sz="1000"/>
            </a:lvl6pPr>
            <a:lvl7pPr marL="432000" indent="-144000">
              <a:defRPr sz="1000"/>
            </a:lvl7pPr>
            <a:lvl8pPr marL="432000" indent="-144000">
              <a:defRPr sz="1000"/>
            </a:lvl8pPr>
            <a:lvl9pPr marL="432000" indent="-144000">
              <a:defRPr sz="10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p:txBody>
      </p:sp>
      <p:sp>
        <p:nvSpPr>
          <p:cNvPr id="29" name="Inhaltsplatzhalter 11">
            <a:extLst>
              <a:ext uri="{FF2B5EF4-FFF2-40B4-BE49-F238E27FC236}">
                <a16:creationId xmlns:a16="http://schemas.microsoft.com/office/drawing/2014/main" id="{473D911B-7AFD-D248-8ABC-BEAAADE7B494}"/>
              </a:ext>
            </a:extLst>
          </p:cNvPr>
          <p:cNvSpPr>
            <a:spLocks noGrp="1"/>
          </p:cNvSpPr>
          <p:nvPr>
            <p:ph sz="quarter" idx="34" hasCustomPrompt="1"/>
          </p:nvPr>
        </p:nvSpPr>
        <p:spPr>
          <a:xfrm>
            <a:off x="7775835" y="1584326"/>
            <a:ext cx="3311525" cy="2015578"/>
          </a:xfrm>
        </p:spPr>
        <p:txBody>
          <a:bodyPr numCol="1" spcCol="396000"/>
          <a:lstStyle>
            <a:lvl1pPr marL="144000" indent="-144000">
              <a:spcBef>
                <a:spcPts val="300"/>
              </a:spcBef>
              <a:defRPr sz="1000"/>
            </a:lvl1pPr>
            <a:lvl2pPr>
              <a:spcBef>
                <a:spcPts val="1200"/>
              </a:spcBef>
              <a:defRPr sz="1200" b="1"/>
            </a:lvl2pPr>
            <a:lvl3pPr marL="288000" indent="-144000">
              <a:defRPr sz="1000"/>
            </a:lvl3pPr>
            <a:lvl4pPr>
              <a:spcBef>
                <a:spcPts val="300"/>
              </a:spcBef>
              <a:defRPr sz="1000" b="0"/>
            </a:lvl4pPr>
            <a:lvl5pPr>
              <a:defRPr sz="1000"/>
            </a:lvl5pPr>
            <a:lvl6pPr marL="432000" indent="-144000">
              <a:defRPr sz="1000"/>
            </a:lvl6pPr>
            <a:lvl7pPr marL="432000" indent="-144000">
              <a:defRPr sz="1000"/>
            </a:lvl7pPr>
            <a:lvl8pPr marL="432000" indent="-144000">
              <a:defRPr sz="1000"/>
            </a:lvl8pPr>
            <a:lvl9pPr marL="432000" indent="-144000">
              <a:defRPr sz="10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p:txBody>
      </p:sp>
      <p:sp>
        <p:nvSpPr>
          <p:cNvPr id="30" name="Bildplatzhalter 6">
            <a:extLst>
              <a:ext uri="{FF2B5EF4-FFF2-40B4-BE49-F238E27FC236}">
                <a16:creationId xmlns:a16="http://schemas.microsoft.com/office/drawing/2014/main" id="{CC1057D0-3324-D345-A347-4CD8BA535E61}"/>
              </a:ext>
            </a:extLst>
          </p:cNvPr>
          <p:cNvSpPr>
            <a:spLocks noGrp="1"/>
          </p:cNvSpPr>
          <p:nvPr>
            <p:ph type="pic" sz="quarter" idx="28" hasCustomPrompt="1"/>
          </p:nvPr>
        </p:nvSpPr>
        <p:spPr>
          <a:xfrm>
            <a:off x="10116447" y="260891"/>
            <a:ext cx="1367800" cy="648000"/>
          </a:xfrm>
        </p:spPr>
        <p:txBody>
          <a:bodyPr anchor="ctr"/>
          <a:lstStyle>
            <a:lvl1pPr marL="0" indent="0" algn="ctr">
              <a:buNone/>
              <a:defRPr sz="1000"/>
            </a:lvl1pPr>
          </a:lstStyle>
          <a:p>
            <a:r>
              <a:rPr lang="de-DE" dirty="0"/>
              <a:t>Kundenlogo einfügen und über „Zuschneiden“ das Logo „Einpassen“</a:t>
            </a:r>
          </a:p>
        </p:txBody>
      </p:sp>
    </p:spTree>
    <p:extLst>
      <p:ext uri="{BB962C8B-B14F-4D97-AF65-F5344CB8AC3E}">
        <p14:creationId xmlns:p14="http://schemas.microsoft.com/office/powerpoint/2010/main" val="32748198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585" userDrawn="1">
          <p15:clr>
            <a:srgbClr val="A4A3A4"/>
          </p15:clr>
        </p15:guide>
        <p15:guide id="2" pos="2335" userDrawn="1">
          <p15:clr>
            <a:srgbClr val="A4A3A4"/>
          </p15:clr>
        </p15:guide>
        <p15:guide id="3" pos="4649" userDrawn="1">
          <p15:clr>
            <a:srgbClr val="A4A3A4"/>
          </p15:clr>
        </p15:guide>
        <p15:guide id="4" pos="4898" userDrawn="1">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Projektreferenz | kurz | Bild">
    <p:spTree>
      <p:nvGrpSpPr>
        <p:cNvPr id="1" name=""/>
        <p:cNvGrpSpPr/>
        <p:nvPr/>
      </p:nvGrpSpPr>
      <p:grpSpPr>
        <a:xfrm>
          <a:off x="0" y="0"/>
          <a:ext cx="0" cy="0"/>
          <a:chOff x="0" y="0"/>
          <a:chExt cx="0" cy="0"/>
        </a:xfrm>
      </p:grpSpPr>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bwMode="white">
          <a:xfrm>
            <a:off x="7523807" y="1584324"/>
            <a:ext cx="3564000" cy="4355839"/>
          </a:xfrm>
        </p:spPr>
        <p:txBody>
          <a:bodyPr/>
          <a:lstStyle>
            <a:lvl1pPr marL="0" indent="0">
              <a:spcBef>
                <a:spcPts val="300"/>
              </a:spcBef>
              <a:buNone/>
              <a:defRPr sz="1400">
                <a:solidFill>
                  <a:schemeClr val="tx1"/>
                </a:solidFill>
              </a:defRPr>
            </a:lvl1pPr>
            <a:lvl2pPr>
              <a:spcBef>
                <a:spcPts val="1200"/>
              </a:spcBef>
              <a:defRPr sz="1400" b="1">
                <a:solidFill>
                  <a:schemeClr val="tx1"/>
                </a:solidFill>
              </a:defRPr>
            </a:lvl2pPr>
            <a:lvl3pPr marL="216000">
              <a:spcBef>
                <a:spcPts val="300"/>
              </a:spcBef>
              <a:buClrTx/>
              <a:buFont typeface="Wingdings" panose="05000000000000000000" pitchFamily="2" charset="2"/>
              <a:buChar char="§"/>
              <a:defRPr sz="1400">
                <a:solidFill>
                  <a:schemeClr val="tx1"/>
                </a:solidFill>
              </a:defRPr>
            </a:lvl3pPr>
            <a:lvl4pPr marL="432000" indent="-216000">
              <a:spcBef>
                <a:spcPts val="600"/>
              </a:spcBef>
              <a:buClrTx/>
              <a:buFont typeface="Arial" panose="020B0604020202020204" pitchFamily="34" charset="0"/>
              <a:buChar char="–"/>
              <a:defRPr sz="1400" b="0">
                <a:solidFill>
                  <a:schemeClr val="tx1"/>
                </a:solidFill>
              </a:defRPr>
            </a:lvl4pPr>
            <a:lvl5pPr>
              <a:buClrTx/>
              <a:defRPr sz="1400">
                <a:solidFill>
                  <a:schemeClr val="tx1"/>
                </a:solidFill>
              </a:defRPr>
            </a:lvl5pPr>
            <a:lvl6pPr>
              <a:buClrTx/>
              <a:defRPr sz="1400">
                <a:solidFill>
                  <a:schemeClr val="tx1"/>
                </a:solidFill>
              </a:defRPr>
            </a:lvl6pPr>
            <a:lvl7pPr>
              <a:buClrTx/>
              <a:defRPr sz="1400">
                <a:solidFill>
                  <a:schemeClr val="tx1"/>
                </a:solidFill>
              </a:defRPr>
            </a:lvl7pPr>
            <a:lvl8pPr>
              <a:buClrTx/>
              <a:defRPr sz="1400">
                <a:solidFill>
                  <a:schemeClr val="tx1"/>
                </a:solidFill>
              </a:defRPr>
            </a:lvl8pPr>
            <a:lvl9pPr>
              <a:buClrTx/>
              <a:defRPr sz="1400">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759"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bwMode="white"/>
        <p:txBody>
          <a:bodyPr/>
          <a:lstStyle>
            <a:lvl1pPr>
              <a:defRPr>
                <a:solidFill>
                  <a:schemeClr val="tx1"/>
                </a:solidFill>
              </a:defRPr>
            </a:lvl1pPr>
          </a:lstStyle>
          <a:p>
            <a:fld id="{C48D8331-E567-462E-94AD-787FA16D6F16}"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bwMode="white"/>
        <p:txBody>
          <a:bodyPr/>
          <a:lstStyle>
            <a:lvl1pPr>
              <a:defRPr>
                <a:solidFill>
                  <a:schemeClr val="tx1"/>
                </a:solidFill>
              </a:defRPr>
            </a:lvl1pPr>
          </a:lstStyle>
          <a:p>
            <a:r>
              <a:rPr lang="de-DE"/>
              <a:t>Titel der Präsentation</a:t>
            </a:r>
            <a:endParaRPr lang="de-DE" dirty="0">
              <a:solidFill>
                <a:schemeClr val="tx1"/>
              </a:solidFill>
            </a:endParaRP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bwMode="white"/>
        <p:txBody>
          <a:bodyPr/>
          <a:lstStyle>
            <a:lvl1pPr>
              <a:defRPr>
                <a:solidFill>
                  <a:schemeClr val="tx1"/>
                </a:solidFill>
              </a:defRPr>
            </a:lvl1pPr>
          </a:lstStyle>
          <a:p>
            <a:fld id="{F86FCC4D-0438-154F-9910-1CF4711F776F}" type="slidenum">
              <a:rPr lang="de-DE" smtClean="0"/>
              <a:pPr/>
              <a:t>‹Nr.›</a:t>
            </a:fld>
            <a:endParaRPr lang="de-DE" dirty="0"/>
          </a:p>
        </p:txBody>
      </p:sp>
      <p:sp>
        <p:nvSpPr>
          <p:cNvPr id="2" name="Titel 1">
            <a:extLst>
              <a:ext uri="{FF2B5EF4-FFF2-40B4-BE49-F238E27FC236}">
                <a16:creationId xmlns:a16="http://schemas.microsoft.com/office/drawing/2014/main" id="{AB8EED89-0AED-46AD-A2A2-7D995A40553E}"/>
              </a:ext>
            </a:extLst>
          </p:cNvPr>
          <p:cNvSpPr>
            <a:spLocks noGrp="1"/>
          </p:cNvSpPr>
          <p:nvPr>
            <p:ph type="title" hasCustomPrompt="1"/>
          </p:nvPr>
        </p:nvSpPr>
        <p:spPr>
          <a:xfrm>
            <a:off x="397499" y="261056"/>
            <a:ext cx="9360000" cy="648000"/>
          </a:xfrm>
        </p:spPr>
        <p:txBody>
          <a:bodyPr/>
          <a:lstStyle/>
          <a:p>
            <a:r>
              <a:rPr lang="de-DE" dirty="0"/>
              <a:t>Titel hinzufügen</a:t>
            </a:r>
          </a:p>
        </p:txBody>
      </p:sp>
      <p:sp>
        <p:nvSpPr>
          <p:cNvPr id="11" name="Bildplatzhalter 6">
            <a:extLst>
              <a:ext uri="{FF2B5EF4-FFF2-40B4-BE49-F238E27FC236}">
                <a16:creationId xmlns:a16="http://schemas.microsoft.com/office/drawing/2014/main" id="{4520CD13-55AB-4EA3-83F8-DDA167D021AB}"/>
              </a:ext>
            </a:extLst>
          </p:cNvPr>
          <p:cNvSpPr>
            <a:spLocks noGrp="1"/>
          </p:cNvSpPr>
          <p:nvPr>
            <p:ph type="pic" sz="quarter" idx="28" hasCustomPrompt="1"/>
          </p:nvPr>
        </p:nvSpPr>
        <p:spPr>
          <a:xfrm>
            <a:off x="10116447" y="260891"/>
            <a:ext cx="1367800" cy="648000"/>
          </a:xfrm>
        </p:spPr>
        <p:txBody>
          <a:bodyPr anchor="ctr"/>
          <a:lstStyle>
            <a:lvl1pPr marL="0" indent="0" algn="ctr">
              <a:buNone/>
              <a:defRPr sz="1000"/>
            </a:lvl1pPr>
          </a:lstStyle>
          <a:p>
            <a:r>
              <a:rPr lang="de-DE" dirty="0"/>
              <a:t>Kundenlogo einfügen und über „Zuschneiden“ das Logo „Einpassen“</a:t>
            </a:r>
          </a:p>
        </p:txBody>
      </p:sp>
      <p:sp>
        <p:nvSpPr>
          <p:cNvPr id="19" name="Bildplatzhalter 3">
            <a:extLst>
              <a:ext uri="{FF2B5EF4-FFF2-40B4-BE49-F238E27FC236}">
                <a16:creationId xmlns:a16="http://schemas.microsoft.com/office/drawing/2014/main" id="{24B11284-B724-344C-8391-7D9A389B7377}"/>
              </a:ext>
            </a:extLst>
          </p:cNvPr>
          <p:cNvSpPr>
            <a:spLocks noGrp="1"/>
          </p:cNvSpPr>
          <p:nvPr>
            <p:ph type="pic" sz="quarter" idx="29" hasCustomPrompt="1"/>
          </p:nvPr>
        </p:nvSpPr>
        <p:spPr>
          <a:xfrm>
            <a:off x="420353" y="1590797"/>
            <a:ext cx="6707521" cy="4349366"/>
          </a:xfrm>
          <a:prstGeom prst="rect">
            <a:avLst/>
          </a:prstGeo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Hier bitte den Mehrwert bzw. </a:t>
            </a:r>
            <a:br>
              <a:rPr lang="de-DE" dirty="0"/>
            </a:br>
            <a:r>
              <a:rPr lang="de-DE" dirty="0"/>
              <a:t>das fertige Projektergebnis visualisieren</a:t>
            </a:r>
          </a:p>
        </p:txBody>
      </p:sp>
    </p:spTree>
    <p:extLst>
      <p:ext uri="{BB962C8B-B14F-4D97-AF65-F5344CB8AC3E}">
        <p14:creationId xmlns:p14="http://schemas.microsoft.com/office/powerpoint/2010/main" val="30818485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p15:clr>
            <a:srgbClr val="A4A3A4"/>
          </p15:clr>
        </p15:guide>
        <p15:guide id="2" pos="4739" userDrawn="1">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Projektreferenz | kurz | Smartphone">
    <p:spTree>
      <p:nvGrpSpPr>
        <p:cNvPr id="1" name=""/>
        <p:cNvGrpSpPr/>
        <p:nvPr/>
      </p:nvGrpSpPr>
      <p:grpSpPr>
        <a:xfrm>
          <a:off x="0" y="0"/>
          <a:ext cx="0" cy="0"/>
          <a:chOff x="0" y="0"/>
          <a:chExt cx="0" cy="0"/>
        </a:xfrm>
      </p:grpSpPr>
      <p:sp>
        <p:nvSpPr>
          <p:cNvPr id="23" name="Bildplatzhalter 3">
            <a:extLst>
              <a:ext uri="{FF2B5EF4-FFF2-40B4-BE49-F238E27FC236}">
                <a16:creationId xmlns:a16="http://schemas.microsoft.com/office/drawing/2014/main" id="{8A22214F-DC50-6F46-B987-6F8B7AADC9DA}"/>
              </a:ext>
            </a:extLst>
          </p:cNvPr>
          <p:cNvSpPr>
            <a:spLocks noGrp="1" noChangeAspect="1"/>
          </p:cNvSpPr>
          <p:nvPr>
            <p:ph type="pic" sz="quarter" idx="31" hasCustomPrompt="1"/>
          </p:nvPr>
        </p:nvSpPr>
        <p:spPr>
          <a:xfrm>
            <a:off x="4381455" y="1649664"/>
            <a:ext cx="1984284" cy="4228514"/>
          </a:xfrm>
          <a:prstGeom prst="roundRect">
            <a:avLst>
              <a:gd name="adj" fmla="val 12447"/>
            </a:avLst>
          </a:prstGeom>
          <a:solidFill>
            <a:schemeClr val="bg1">
              <a:lumMod val="95000"/>
            </a:schemeClr>
          </a:solid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Hier bitte Visualisierungen der Applikation einfügen.</a:t>
            </a:r>
          </a:p>
        </p:txBody>
      </p:sp>
      <p:sp>
        <p:nvSpPr>
          <p:cNvPr id="17" name="Bildplatzhalter 3">
            <a:extLst>
              <a:ext uri="{FF2B5EF4-FFF2-40B4-BE49-F238E27FC236}">
                <a16:creationId xmlns:a16="http://schemas.microsoft.com/office/drawing/2014/main" id="{1D30162C-9765-F046-8B87-72CE219085BA}"/>
              </a:ext>
            </a:extLst>
          </p:cNvPr>
          <p:cNvSpPr>
            <a:spLocks noGrp="1" noChangeAspect="1"/>
          </p:cNvSpPr>
          <p:nvPr>
            <p:ph type="pic" sz="quarter" idx="29" hasCustomPrompt="1"/>
          </p:nvPr>
        </p:nvSpPr>
        <p:spPr>
          <a:xfrm>
            <a:off x="1149027" y="1645099"/>
            <a:ext cx="1984284" cy="4228514"/>
          </a:xfrm>
          <a:prstGeom prst="roundRect">
            <a:avLst>
              <a:gd name="adj" fmla="val 12447"/>
            </a:avLst>
          </a:prstGeom>
          <a:solidFill>
            <a:schemeClr val="bg1">
              <a:lumMod val="95000"/>
            </a:schemeClr>
          </a:solid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Hier bitte Visualisierungen der Applikation einfügen.</a:t>
            </a:r>
          </a:p>
        </p:txBody>
      </p:sp>
      <p:pic>
        <p:nvPicPr>
          <p:cNvPr id="14" name="Grafik 13" descr="Ein Bild, das Zug, Schild, Monitor, Ende enthält.&#10;&#10;Automatisch generierte Beschreibung">
            <a:extLst>
              <a:ext uri="{FF2B5EF4-FFF2-40B4-BE49-F238E27FC236}">
                <a16:creationId xmlns:a16="http://schemas.microsoft.com/office/drawing/2014/main" id="{E72345A8-6D4F-0047-94FD-A3D94D219773}"/>
              </a:ext>
            </a:extLst>
          </p:cNvPr>
          <p:cNvPicPr>
            <a:picLocks noChangeAspect="1"/>
          </p:cNvPicPr>
          <p:nvPr userDrawn="1">
            <p:custDataLst>
              <p:tags r:id="rId1"/>
            </p:custDataLst>
          </p:nvPr>
        </p:nvPicPr>
        <p:blipFill>
          <a:blip r:embed="rId4">
            <a:biLevel thresh="75000"/>
            <a:extLst>
              <a:ext uri="{BEBA8EAE-BF5A-486C-A8C5-ECC9F3942E4B}">
                <a14:imgProps xmlns:a14="http://schemas.microsoft.com/office/drawing/2010/main">
                  <a14:imgLayer r:embed="rId5">
                    <a14:imgEffect>
                      <a14:colorTemperature colorTemp="4700"/>
                    </a14:imgEffect>
                    <a14:imgEffect>
                      <a14:brightnessContrast bright="-40000" contrast="-40000"/>
                    </a14:imgEffect>
                  </a14:imgLayer>
                </a14:imgProps>
              </a:ext>
            </a:extLst>
          </a:blip>
          <a:stretch>
            <a:fillRect/>
          </a:stretch>
        </p:blipFill>
        <p:spPr>
          <a:xfrm>
            <a:off x="562108" y="1116943"/>
            <a:ext cx="3158122" cy="5289985"/>
          </a:xfrm>
          <a:prstGeom prst="rect">
            <a:avLst/>
          </a:prstGeom>
        </p:spPr>
      </p:pic>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bwMode="white">
          <a:xfrm>
            <a:off x="7523807" y="1584324"/>
            <a:ext cx="3564000" cy="4355839"/>
          </a:xfrm>
        </p:spPr>
        <p:txBody>
          <a:bodyPr/>
          <a:lstStyle>
            <a:lvl1pPr marL="0" indent="0">
              <a:spcBef>
                <a:spcPts val="300"/>
              </a:spcBef>
              <a:buNone/>
              <a:defRPr sz="1400">
                <a:solidFill>
                  <a:schemeClr val="tx1"/>
                </a:solidFill>
              </a:defRPr>
            </a:lvl1pPr>
            <a:lvl2pPr>
              <a:spcBef>
                <a:spcPts val="1200"/>
              </a:spcBef>
              <a:defRPr sz="1400" b="1">
                <a:solidFill>
                  <a:schemeClr val="tx1"/>
                </a:solidFill>
              </a:defRPr>
            </a:lvl2pPr>
            <a:lvl3pPr marL="216000">
              <a:spcBef>
                <a:spcPts val="300"/>
              </a:spcBef>
              <a:buClrTx/>
              <a:buFont typeface="Wingdings" panose="05000000000000000000" pitchFamily="2" charset="2"/>
              <a:buChar char="§"/>
              <a:defRPr sz="1400">
                <a:solidFill>
                  <a:schemeClr val="tx1"/>
                </a:solidFill>
              </a:defRPr>
            </a:lvl3pPr>
            <a:lvl4pPr marL="432000" indent="-216000">
              <a:spcBef>
                <a:spcPts val="600"/>
              </a:spcBef>
              <a:buClrTx/>
              <a:buFont typeface="Arial" panose="020B0604020202020204" pitchFamily="34" charset="0"/>
              <a:buChar char="–"/>
              <a:defRPr sz="1400" b="0">
                <a:solidFill>
                  <a:schemeClr val="tx1"/>
                </a:solidFill>
              </a:defRPr>
            </a:lvl4pPr>
            <a:lvl5pPr>
              <a:buClrTx/>
              <a:defRPr sz="1400">
                <a:solidFill>
                  <a:schemeClr val="tx1"/>
                </a:solidFill>
              </a:defRPr>
            </a:lvl5pPr>
            <a:lvl6pPr>
              <a:buClrTx/>
              <a:defRPr sz="1400">
                <a:solidFill>
                  <a:schemeClr val="tx1"/>
                </a:solidFill>
              </a:defRPr>
            </a:lvl6pPr>
            <a:lvl7pPr>
              <a:buClrTx/>
              <a:defRPr sz="1400">
                <a:solidFill>
                  <a:schemeClr val="tx1"/>
                </a:solidFill>
              </a:defRPr>
            </a:lvl7pPr>
            <a:lvl8pPr>
              <a:buClrTx/>
              <a:defRPr sz="1400">
                <a:solidFill>
                  <a:schemeClr val="tx1"/>
                </a:solidFill>
              </a:defRPr>
            </a:lvl8pPr>
            <a:lvl9pPr>
              <a:buClrTx/>
              <a:defRPr sz="1400">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759"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bwMode="white"/>
        <p:txBody>
          <a:bodyPr/>
          <a:lstStyle>
            <a:lvl1pPr>
              <a:defRPr>
                <a:solidFill>
                  <a:schemeClr val="tx1"/>
                </a:solidFill>
              </a:defRPr>
            </a:lvl1pPr>
          </a:lstStyle>
          <a:p>
            <a:fld id="{C48D8331-E567-462E-94AD-787FA16D6F16}"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bwMode="white"/>
        <p:txBody>
          <a:bodyPr/>
          <a:lstStyle>
            <a:lvl1pPr>
              <a:defRPr>
                <a:solidFill>
                  <a:schemeClr val="tx1"/>
                </a:solidFill>
              </a:defRPr>
            </a:lvl1pPr>
          </a:lstStyle>
          <a:p>
            <a:r>
              <a:rPr lang="de-DE"/>
              <a:t>Titel der Präsentation</a:t>
            </a:r>
            <a:endParaRPr lang="de-DE" dirty="0">
              <a:solidFill>
                <a:schemeClr val="tx1"/>
              </a:solidFill>
            </a:endParaRP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bwMode="white"/>
        <p:txBody>
          <a:bodyPr/>
          <a:lstStyle>
            <a:lvl1pPr>
              <a:defRPr>
                <a:solidFill>
                  <a:schemeClr val="tx1"/>
                </a:solidFill>
              </a:defRPr>
            </a:lvl1pPr>
          </a:lstStyle>
          <a:p>
            <a:fld id="{F86FCC4D-0438-154F-9910-1CF4711F776F}" type="slidenum">
              <a:rPr lang="de-DE" smtClean="0"/>
              <a:pPr/>
              <a:t>‹Nr.›</a:t>
            </a:fld>
            <a:endParaRPr lang="de-DE" dirty="0"/>
          </a:p>
        </p:txBody>
      </p:sp>
      <p:sp>
        <p:nvSpPr>
          <p:cNvPr id="2" name="Titel 1">
            <a:extLst>
              <a:ext uri="{FF2B5EF4-FFF2-40B4-BE49-F238E27FC236}">
                <a16:creationId xmlns:a16="http://schemas.microsoft.com/office/drawing/2014/main" id="{AB8EED89-0AED-46AD-A2A2-7D995A40553E}"/>
              </a:ext>
            </a:extLst>
          </p:cNvPr>
          <p:cNvSpPr>
            <a:spLocks noGrp="1"/>
          </p:cNvSpPr>
          <p:nvPr>
            <p:ph type="title" hasCustomPrompt="1"/>
          </p:nvPr>
        </p:nvSpPr>
        <p:spPr>
          <a:xfrm>
            <a:off x="397499" y="261056"/>
            <a:ext cx="9360000" cy="648000"/>
          </a:xfrm>
        </p:spPr>
        <p:txBody>
          <a:bodyPr/>
          <a:lstStyle/>
          <a:p>
            <a:r>
              <a:rPr lang="de-DE" dirty="0"/>
              <a:t>Titel hinzufügen</a:t>
            </a:r>
          </a:p>
        </p:txBody>
      </p:sp>
      <p:sp>
        <p:nvSpPr>
          <p:cNvPr id="11" name="Bildplatzhalter 6">
            <a:extLst>
              <a:ext uri="{FF2B5EF4-FFF2-40B4-BE49-F238E27FC236}">
                <a16:creationId xmlns:a16="http://schemas.microsoft.com/office/drawing/2014/main" id="{4520CD13-55AB-4EA3-83F8-DDA167D021AB}"/>
              </a:ext>
            </a:extLst>
          </p:cNvPr>
          <p:cNvSpPr>
            <a:spLocks noGrp="1"/>
          </p:cNvSpPr>
          <p:nvPr>
            <p:ph type="pic" sz="quarter" idx="28" hasCustomPrompt="1"/>
          </p:nvPr>
        </p:nvSpPr>
        <p:spPr>
          <a:xfrm>
            <a:off x="10116447" y="260891"/>
            <a:ext cx="1367800" cy="648000"/>
          </a:xfrm>
        </p:spPr>
        <p:txBody>
          <a:bodyPr anchor="ctr"/>
          <a:lstStyle>
            <a:lvl1pPr marL="0" indent="0" algn="ctr">
              <a:buNone/>
              <a:defRPr sz="1000"/>
            </a:lvl1pPr>
          </a:lstStyle>
          <a:p>
            <a:r>
              <a:rPr lang="de-DE" dirty="0"/>
              <a:t>Kundenlogo einfügen und über „Zuschneiden“ das Logo „Einpassen“</a:t>
            </a:r>
          </a:p>
        </p:txBody>
      </p:sp>
      <p:pic>
        <p:nvPicPr>
          <p:cNvPr id="22" name="Grafik 21" descr="Ein Bild, das Zug, Schild, Monitor, Ende enthält.&#10;&#10;Automatisch generierte Beschreibung">
            <a:extLst>
              <a:ext uri="{FF2B5EF4-FFF2-40B4-BE49-F238E27FC236}">
                <a16:creationId xmlns:a16="http://schemas.microsoft.com/office/drawing/2014/main" id="{A4FF5D62-26E5-8E48-A272-A2B44F9B4E4D}"/>
              </a:ext>
            </a:extLst>
          </p:cNvPr>
          <p:cNvPicPr>
            <a:picLocks noChangeAspect="1"/>
          </p:cNvPicPr>
          <p:nvPr userDrawn="1">
            <p:custDataLst>
              <p:tags r:id="rId2"/>
            </p:custDataLst>
          </p:nvPr>
        </p:nvPicPr>
        <p:blipFill>
          <a:blip r:embed="rId6">
            <a:biLevel thresh="75000"/>
            <a:extLst>
              <a:ext uri="{BEBA8EAE-BF5A-486C-A8C5-ECC9F3942E4B}">
                <a14:imgProps xmlns:a14="http://schemas.microsoft.com/office/drawing/2010/main">
                  <a14:imgLayer r:embed="rId7">
                    <a14:imgEffect>
                      <a14:colorTemperature colorTemp="5300"/>
                    </a14:imgEffect>
                    <a14:imgEffect>
                      <a14:brightnessContrast bright="-40000" contrast="-40000"/>
                    </a14:imgEffect>
                  </a14:imgLayer>
                </a14:imgProps>
              </a:ext>
            </a:extLst>
          </a:blip>
          <a:stretch>
            <a:fillRect/>
          </a:stretch>
        </p:blipFill>
        <p:spPr>
          <a:xfrm>
            <a:off x="3794536" y="1118929"/>
            <a:ext cx="3158122" cy="5289985"/>
          </a:xfrm>
          <a:prstGeom prst="rect">
            <a:avLst/>
          </a:prstGeom>
        </p:spPr>
      </p:pic>
    </p:spTree>
    <p:extLst>
      <p:ext uri="{BB962C8B-B14F-4D97-AF65-F5344CB8AC3E}">
        <p14:creationId xmlns:p14="http://schemas.microsoft.com/office/powerpoint/2010/main" val="5695056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p15:clr>
            <a:srgbClr val="A4A3A4"/>
          </p15:clr>
        </p15:guide>
        <p15:guide id="2" pos="4739" userDrawn="1">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Projektreferenz | kurz | Desktop">
    <p:spTree>
      <p:nvGrpSpPr>
        <p:cNvPr id="1" name=""/>
        <p:cNvGrpSpPr/>
        <p:nvPr/>
      </p:nvGrpSpPr>
      <p:grpSpPr>
        <a:xfrm>
          <a:off x="0" y="0"/>
          <a:ext cx="0" cy="0"/>
          <a:chOff x="0" y="0"/>
          <a:chExt cx="0" cy="0"/>
        </a:xfrm>
      </p:grpSpPr>
      <p:sp>
        <p:nvSpPr>
          <p:cNvPr id="12" name="Inhaltsplatzhalter 11">
            <a:extLst>
              <a:ext uri="{FF2B5EF4-FFF2-40B4-BE49-F238E27FC236}">
                <a16:creationId xmlns:a16="http://schemas.microsoft.com/office/drawing/2014/main" id="{35845229-48FD-41C3-9F71-D03F4D0A5252}"/>
              </a:ext>
            </a:extLst>
          </p:cNvPr>
          <p:cNvSpPr>
            <a:spLocks noGrp="1"/>
          </p:cNvSpPr>
          <p:nvPr>
            <p:ph sz="quarter" idx="17" hasCustomPrompt="1"/>
          </p:nvPr>
        </p:nvSpPr>
        <p:spPr bwMode="white">
          <a:xfrm>
            <a:off x="7523807" y="1584324"/>
            <a:ext cx="3564000" cy="4355839"/>
          </a:xfrm>
        </p:spPr>
        <p:txBody>
          <a:bodyPr/>
          <a:lstStyle>
            <a:lvl1pPr marL="0" indent="0">
              <a:spcBef>
                <a:spcPts val="300"/>
              </a:spcBef>
              <a:buNone/>
              <a:defRPr sz="1400">
                <a:solidFill>
                  <a:schemeClr val="tx1"/>
                </a:solidFill>
              </a:defRPr>
            </a:lvl1pPr>
            <a:lvl2pPr>
              <a:spcBef>
                <a:spcPts val="1200"/>
              </a:spcBef>
              <a:defRPr sz="1400" b="1">
                <a:solidFill>
                  <a:schemeClr val="tx1"/>
                </a:solidFill>
              </a:defRPr>
            </a:lvl2pPr>
            <a:lvl3pPr marL="216000">
              <a:spcBef>
                <a:spcPts val="300"/>
              </a:spcBef>
              <a:buClrTx/>
              <a:buFont typeface="Wingdings" panose="05000000000000000000" pitchFamily="2" charset="2"/>
              <a:buChar char="§"/>
              <a:defRPr sz="1400">
                <a:solidFill>
                  <a:schemeClr val="tx1"/>
                </a:solidFill>
              </a:defRPr>
            </a:lvl3pPr>
            <a:lvl4pPr marL="432000" indent="-216000">
              <a:spcBef>
                <a:spcPts val="600"/>
              </a:spcBef>
              <a:buClrTx/>
              <a:buFont typeface="Arial" panose="020B0604020202020204" pitchFamily="34" charset="0"/>
              <a:buChar char="–"/>
              <a:defRPr sz="1400" b="0">
                <a:solidFill>
                  <a:schemeClr val="tx1"/>
                </a:solidFill>
              </a:defRPr>
            </a:lvl4pPr>
            <a:lvl5pPr>
              <a:buClrTx/>
              <a:defRPr sz="1400">
                <a:solidFill>
                  <a:schemeClr val="tx1"/>
                </a:solidFill>
              </a:defRPr>
            </a:lvl5pPr>
            <a:lvl6pPr>
              <a:buClrTx/>
              <a:defRPr sz="1400">
                <a:solidFill>
                  <a:schemeClr val="tx1"/>
                </a:solidFill>
              </a:defRPr>
            </a:lvl6pPr>
            <a:lvl7pPr>
              <a:buClrTx/>
              <a:defRPr sz="1400">
                <a:solidFill>
                  <a:schemeClr val="tx1"/>
                </a:solidFill>
              </a:defRPr>
            </a:lvl7pPr>
            <a:lvl8pPr>
              <a:buClrTx/>
              <a:defRPr sz="1400">
                <a:solidFill>
                  <a:schemeClr val="tx1"/>
                </a:solidFill>
              </a:defRPr>
            </a:lvl8pPr>
            <a:lvl9pPr>
              <a:buClrTx/>
              <a:defRPr sz="1400">
                <a:solidFill>
                  <a:schemeClr val="tx1"/>
                </a:solidFill>
              </a:defRPr>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759" y="968400"/>
            <a:ext cx="9360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bwMode="white"/>
        <p:txBody>
          <a:bodyPr/>
          <a:lstStyle>
            <a:lvl1pPr>
              <a:defRPr>
                <a:solidFill>
                  <a:schemeClr val="tx1"/>
                </a:solidFill>
              </a:defRPr>
            </a:lvl1pPr>
          </a:lstStyle>
          <a:p>
            <a:fld id="{C48D8331-E567-462E-94AD-787FA16D6F16}"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bwMode="white"/>
        <p:txBody>
          <a:bodyPr/>
          <a:lstStyle>
            <a:lvl1pPr>
              <a:defRPr>
                <a:solidFill>
                  <a:schemeClr val="tx1"/>
                </a:solidFill>
              </a:defRPr>
            </a:lvl1pPr>
          </a:lstStyle>
          <a:p>
            <a:r>
              <a:rPr lang="de-DE"/>
              <a:t>Titel der Präsentation</a:t>
            </a:r>
            <a:endParaRPr lang="de-DE" dirty="0">
              <a:solidFill>
                <a:schemeClr val="tx1"/>
              </a:solidFill>
            </a:endParaRP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bwMode="white"/>
        <p:txBody>
          <a:bodyPr/>
          <a:lstStyle>
            <a:lvl1pPr>
              <a:defRPr>
                <a:solidFill>
                  <a:schemeClr val="tx1"/>
                </a:solidFill>
              </a:defRPr>
            </a:lvl1pPr>
          </a:lstStyle>
          <a:p>
            <a:fld id="{F86FCC4D-0438-154F-9910-1CF4711F776F}" type="slidenum">
              <a:rPr lang="de-DE" smtClean="0"/>
              <a:pPr/>
              <a:t>‹Nr.›</a:t>
            </a:fld>
            <a:endParaRPr lang="de-DE" dirty="0"/>
          </a:p>
        </p:txBody>
      </p:sp>
      <p:sp>
        <p:nvSpPr>
          <p:cNvPr id="2" name="Titel 1">
            <a:extLst>
              <a:ext uri="{FF2B5EF4-FFF2-40B4-BE49-F238E27FC236}">
                <a16:creationId xmlns:a16="http://schemas.microsoft.com/office/drawing/2014/main" id="{AB8EED89-0AED-46AD-A2A2-7D995A40553E}"/>
              </a:ext>
            </a:extLst>
          </p:cNvPr>
          <p:cNvSpPr>
            <a:spLocks noGrp="1"/>
          </p:cNvSpPr>
          <p:nvPr>
            <p:ph type="title" hasCustomPrompt="1"/>
          </p:nvPr>
        </p:nvSpPr>
        <p:spPr>
          <a:xfrm>
            <a:off x="397499" y="261056"/>
            <a:ext cx="9360000" cy="648000"/>
          </a:xfrm>
        </p:spPr>
        <p:txBody>
          <a:bodyPr/>
          <a:lstStyle/>
          <a:p>
            <a:r>
              <a:rPr lang="de-DE" dirty="0"/>
              <a:t>Titel hinzufügen</a:t>
            </a:r>
          </a:p>
        </p:txBody>
      </p:sp>
      <p:sp>
        <p:nvSpPr>
          <p:cNvPr id="11" name="Bildplatzhalter 6">
            <a:extLst>
              <a:ext uri="{FF2B5EF4-FFF2-40B4-BE49-F238E27FC236}">
                <a16:creationId xmlns:a16="http://schemas.microsoft.com/office/drawing/2014/main" id="{4520CD13-55AB-4EA3-83F8-DDA167D021AB}"/>
              </a:ext>
            </a:extLst>
          </p:cNvPr>
          <p:cNvSpPr>
            <a:spLocks noGrp="1"/>
          </p:cNvSpPr>
          <p:nvPr>
            <p:ph type="pic" sz="quarter" idx="28" hasCustomPrompt="1"/>
          </p:nvPr>
        </p:nvSpPr>
        <p:spPr>
          <a:xfrm>
            <a:off x="10116447" y="260891"/>
            <a:ext cx="1367800" cy="648000"/>
          </a:xfrm>
        </p:spPr>
        <p:txBody>
          <a:bodyPr anchor="ctr"/>
          <a:lstStyle>
            <a:lvl1pPr marL="0" indent="0" algn="ctr">
              <a:buNone/>
              <a:defRPr sz="1000"/>
            </a:lvl1pPr>
          </a:lstStyle>
          <a:p>
            <a:r>
              <a:rPr lang="de-DE" dirty="0"/>
              <a:t>Kundenlogo einfügen und über „Zuschneiden“ das Logo „Einpassen“</a:t>
            </a:r>
          </a:p>
        </p:txBody>
      </p:sp>
      <p:sp>
        <p:nvSpPr>
          <p:cNvPr id="20" name="Bildplatzhalter 3">
            <a:extLst>
              <a:ext uri="{FF2B5EF4-FFF2-40B4-BE49-F238E27FC236}">
                <a16:creationId xmlns:a16="http://schemas.microsoft.com/office/drawing/2014/main" id="{03BC1996-8E46-B142-B5EF-75F8D6EA4419}"/>
              </a:ext>
            </a:extLst>
          </p:cNvPr>
          <p:cNvSpPr>
            <a:spLocks noGrp="1"/>
          </p:cNvSpPr>
          <p:nvPr>
            <p:ph type="pic" sz="quarter" idx="29" hasCustomPrompt="1"/>
          </p:nvPr>
        </p:nvSpPr>
        <p:spPr>
          <a:xfrm>
            <a:off x="1229710" y="1723698"/>
            <a:ext cx="5307724" cy="3048000"/>
          </a:xfrm>
          <a:prstGeom prst="rect">
            <a:avLst/>
          </a:prstGeom>
          <a:solidFill>
            <a:schemeClr val="bg1">
              <a:lumMod val="95000"/>
            </a:schemeClr>
          </a:solid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Hier bitte Visualisierungen der Applikation einfügen.</a:t>
            </a:r>
          </a:p>
        </p:txBody>
      </p:sp>
      <p:pic>
        <p:nvPicPr>
          <p:cNvPr id="21" name="Grafik 20" descr="Ein Bild, das Elektronik, Monitor, Anzeige, Computer enthält.&#10;&#10;Automatisch generierte Beschreibung">
            <a:extLst>
              <a:ext uri="{FF2B5EF4-FFF2-40B4-BE49-F238E27FC236}">
                <a16:creationId xmlns:a16="http://schemas.microsoft.com/office/drawing/2014/main" id="{9BEC881D-DD87-1646-8060-0EFE0E61A165}"/>
              </a:ext>
            </a:extLst>
          </p:cNvPr>
          <p:cNvPicPr>
            <a:picLocks noChangeAspect="1"/>
          </p:cNvPicPr>
          <p:nvPr userDrawn="1">
            <p:custDataLst>
              <p:tags r:id="rId1"/>
            </p:custDataLst>
          </p:nvPr>
        </p:nvPicPr>
        <p:blipFill>
          <a:blip r:embed="rId3"/>
          <a:stretch>
            <a:fillRect/>
          </a:stretch>
        </p:blipFill>
        <p:spPr>
          <a:xfrm>
            <a:off x="1043087" y="1509079"/>
            <a:ext cx="5715065" cy="4583481"/>
          </a:xfrm>
          <a:prstGeom prst="rect">
            <a:avLst/>
          </a:prstGeom>
          <a:effectLst/>
        </p:spPr>
      </p:pic>
    </p:spTree>
    <p:extLst>
      <p:ext uri="{BB962C8B-B14F-4D97-AF65-F5344CB8AC3E}">
        <p14:creationId xmlns:p14="http://schemas.microsoft.com/office/powerpoint/2010/main" val="26922068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4490">
          <p15:clr>
            <a:srgbClr val="A4A3A4"/>
          </p15:clr>
        </p15:guide>
        <p15:guide id="2" pos="4739" userDrawn="1">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2D9FB20A-4CA1-4046-A1E4-A4673B5723F3}"/>
              </a:ext>
            </a:extLst>
          </p:cNvPr>
          <p:cNvSpPr>
            <a:spLocks noGrp="1"/>
          </p:cNvSpPr>
          <p:nvPr>
            <p:ph type="dt" sz="half" idx="10"/>
          </p:nvPr>
        </p:nvSpPr>
        <p:spPr/>
        <p:txBody>
          <a:bodyPr/>
          <a:lstStyle/>
          <a:p>
            <a:fld id="{5F1B96A3-1CDF-4855-8485-3D1B7E5C03A2}" type="datetime1">
              <a:rPr lang="de-DE" smtClean="0"/>
              <a:t>21.11.2022</a:t>
            </a:fld>
            <a:endParaRPr lang="de-DE" dirty="0"/>
          </a:p>
        </p:txBody>
      </p:sp>
      <p:sp>
        <p:nvSpPr>
          <p:cNvPr id="4" name="Fußzeilenplatzhalter 3">
            <a:extLst>
              <a:ext uri="{FF2B5EF4-FFF2-40B4-BE49-F238E27FC236}">
                <a16:creationId xmlns:a16="http://schemas.microsoft.com/office/drawing/2014/main" id="{661C5D59-98EF-47B2-B19D-A874DC59FF34}"/>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9368242E-50F9-4244-B4BA-556C25D9F491}"/>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
        <p:nvSpPr>
          <p:cNvPr id="6" name="Textplatzhalter 15">
            <a:extLst>
              <a:ext uri="{FF2B5EF4-FFF2-40B4-BE49-F238E27FC236}">
                <a16:creationId xmlns:a16="http://schemas.microsoft.com/office/drawing/2014/main" id="{721CEE0C-CF1E-4255-88E9-9C71665D2140}"/>
              </a:ext>
            </a:extLst>
          </p:cNvPr>
          <p:cNvSpPr>
            <a:spLocks noGrp="1"/>
          </p:cNvSpPr>
          <p:nvPr>
            <p:ph type="body" sz="quarter" idx="18" hasCustomPrompt="1"/>
          </p:nvPr>
        </p:nvSpPr>
        <p:spPr>
          <a:xfrm>
            <a:off x="395015" y="968400"/>
            <a:ext cx="9144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8" name="Titel 7">
            <a:extLst>
              <a:ext uri="{FF2B5EF4-FFF2-40B4-BE49-F238E27FC236}">
                <a16:creationId xmlns:a16="http://schemas.microsoft.com/office/drawing/2014/main" id="{62BAC80A-AC36-4771-9E76-517D5CBE1AFC}"/>
              </a:ext>
            </a:extLst>
          </p:cNvPr>
          <p:cNvSpPr>
            <a:spLocks noGrp="1"/>
          </p:cNvSpPr>
          <p:nvPr>
            <p:ph type="title" hasCustomPrompt="1"/>
          </p:nvPr>
        </p:nvSpPr>
        <p:spPr/>
        <p:txBody>
          <a:bodyPr/>
          <a:lstStyle/>
          <a:p>
            <a:r>
              <a:rPr lang="de-DE" dirty="0"/>
              <a:t>Titel hinzufügen</a:t>
            </a:r>
          </a:p>
        </p:txBody>
      </p:sp>
      <p:sp>
        <p:nvSpPr>
          <p:cNvPr id="7" name="Bildplatzhalter 3">
            <a:extLst>
              <a:ext uri="{FF2B5EF4-FFF2-40B4-BE49-F238E27FC236}">
                <a16:creationId xmlns:a16="http://schemas.microsoft.com/office/drawing/2014/main" id="{4927079D-CA0B-44BB-90D1-01BBB6FF51A0}"/>
              </a:ext>
            </a:extLst>
          </p:cNvPr>
          <p:cNvSpPr>
            <a:spLocks noGrp="1"/>
          </p:cNvSpPr>
          <p:nvPr>
            <p:ph type="pic" sz="quarter" idx="15" hasCustomPrompt="1"/>
          </p:nvPr>
        </p:nvSpPr>
        <p:spPr>
          <a:xfrm>
            <a:off x="395015" y="1584325"/>
            <a:ext cx="10693673"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Tree>
    <p:extLst>
      <p:ext uri="{BB962C8B-B14F-4D97-AF65-F5344CB8AC3E}">
        <p14:creationId xmlns:p14="http://schemas.microsoft.com/office/powerpoint/2010/main" val="7549768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el und zwei Bilder">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2D9FB20A-4CA1-4046-A1E4-A4673B5723F3}"/>
              </a:ext>
            </a:extLst>
          </p:cNvPr>
          <p:cNvSpPr>
            <a:spLocks noGrp="1"/>
          </p:cNvSpPr>
          <p:nvPr>
            <p:ph type="dt" sz="half" idx="10"/>
          </p:nvPr>
        </p:nvSpPr>
        <p:spPr/>
        <p:txBody>
          <a:bodyPr/>
          <a:lstStyle/>
          <a:p>
            <a:fld id="{96FB8F6A-5859-443E-8B2A-D2F039304B53}" type="datetime1">
              <a:rPr lang="de-DE" smtClean="0"/>
              <a:t>21.11.2022</a:t>
            </a:fld>
            <a:endParaRPr lang="de-DE" dirty="0"/>
          </a:p>
        </p:txBody>
      </p:sp>
      <p:sp>
        <p:nvSpPr>
          <p:cNvPr id="4" name="Fußzeilenplatzhalter 3">
            <a:extLst>
              <a:ext uri="{FF2B5EF4-FFF2-40B4-BE49-F238E27FC236}">
                <a16:creationId xmlns:a16="http://schemas.microsoft.com/office/drawing/2014/main" id="{661C5D59-98EF-47B2-B19D-A874DC59FF34}"/>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9368242E-50F9-4244-B4BA-556C25D9F491}"/>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
        <p:nvSpPr>
          <p:cNvPr id="6" name="Textplatzhalter 15">
            <a:extLst>
              <a:ext uri="{FF2B5EF4-FFF2-40B4-BE49-F238E27FC236}">
                <a16:creationId xmlns:a16="http://schemas.microsoft.com/office/drawing/2014/main" id="{721CEE0C-CF1E-4255-88E9-9C71665D2140}"/>
              </a:ext>
            </a:extLst>
          </p:cNvPr>
          <p:cNvSpPr>
            <a:spLocks noGrp="1"/>
          </p:cNvSpPr>
          <p:nvPr>
            <p:ph type="body" sz="quarter" idx="18" hasCustomPrompt="1"/>
          </p:nvPr>
        </p:nvSpPr>
        <p:spPr>
          <a:xfrm>
            <a:off x="395015" y="968400"/>
            <a:ext cx="9144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8" name="Titel 7">
            <a:extLst>
              <a:ext uri="{FF2B5EF4-FFF2-40B4-BE49-F238E27FC236}">
                <a16:creationId xmlns:a16="http://schemas.microsoft.com/office/drawing/2014/main" id="{62BAC80A-AC36-4771-9E76-517D5CBE1AFC}"/>
              </a:ext>
            </a:extLst>
          </p:cNvPr>
          <p:cNvSpPr>
            <a:spLocks noGrp="1"/>
          </p:cNvSpPr>
          <p:nvPr>
            <p:ph type="title" hasCustomPrompt="1"/>
          </p:nvPr>
        </p:nvSpPr>
        <p:spPr/>
        <p:txBody>
          <a:bodyPr/>
          <a:lstStyle/>
          <a:p>
            <a:r>
              <a:rPr lang="de-DE" dirty="0"/>
              <a:t>Titel hinzufügen</a:t>
            </a:r>
          </a:p>
        </p:txBody>
      </p:sp>
      <p:sp>
        <p:nvSpPr>
          <p:cNvPr id="7" name="Bildplatzhalter 3">
            <a:extLst>
              <a:ext uri="{FF2B5EF4-FFF2-40B4-BE49-F238E27FC236}">
                <a16:creationId xmlns:a16="http://schemas.microsoft.com/office/drawing/2014/main" id="{4927079D-CA0B-44BB-90D1-01BBB6FF51A0}"/>
              </a:ext>
            </a:extLst>
          </p:cNvPr>
          <p:cNvSpPr>
            <a:spLocks noGrp="1"/>
          </p:cNvSpPr>
          <p:nvPr>
            <p:ph type="pic" sz="quarter" idx="15" hasCustomPrompt="1"/>
          </p:nvPr>
        </p:nvSpPr>
        <p:spPr>
          <a:xfrm>
            <a:off x="395015" y="1583680"/>
            <a:ext cx="5148535"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9" name="Bildplatzhalter 3">
            <a:extLst>
              <a:ext uri="{FF2B5EF4-FFF2-40B4-BE49-F238E27FC236}">
                <a16:creationId xmlns:a16="http://schemas.microsoft.com/office/drawing/2014/main" id="{5EF16FE8-58E3-493E-A214-DF6EF7EA0B1F}"/>
              </a:ext>
            </a:extLst>
          </p:cNvPr>
          <p:cNvSpPr>
            <a:spLocks noGrp="1"/>
          </p:cNvSpPr>
          <p:nvPr>
            <p:ph type="pic" sz="quarter" idx="19" hasCustomPrompt="1"/>
          </p:nvPr>
        </p:nvSpPr>
        <p:spPr>
          <a:xfrm>
            <a:off x="5939631" y="1583680"/>
            <a:ext cx="5148535"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Tree>
    <p:extLst>
      <p:ext uri="{BB962C8B-B14F-4D97-AF65-F5344CB8AC3E}">
        <p14:creationId xmlns:p14="http://schemas.microsoft.com/office/powerpoint/2010/main" val="19169854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3741" userDrawn="1">
          <p15:clr>
            <a:srgbClr val="A4A3A4"/>
          </p15:clr>
        </p15:guide>
        <p15:guide id="2" pos="3492" userDrawn="1">
          <p15:clr>
            <a:srgbClr val="A4A3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el und drei Bilder">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2D9FB20A-4CA1-4046-A1E4-A4673B5723F3}"/>
              </a:ext>
            </a:extLst>
          </p:cNvPr>
          <p:cNvSpPr>
            <a:spLocks noGrp="1"/>
          </p:cNvSpPr>
          <p:nvPr>
            <p:ph type="dt" sz="half" idx="10"/>
          </p:nvPr>
        </p:nvSpPr>
        <p:spPr/>
        <p:txBody>
          <a:bodyPr/>
          <a:lstStyle/>
          <a:p>
            <a:fld id="{A3F66D55-4B1D-4C98-990B-01ADFD59D8FA}" type="datetime1">
              <a:rPr lang="de-DE" smtClean="0"/>
              <a:t>21.11.2022</a:t>
            </a:fld>
            <a:endParaRPr lang="de-DE" dirty="0"/>
          </a:p>
        </p:txBody>
      </p:sp>
      <p:sp>
        <p:nvSpPr>
          <p:cNvPr id="4" name="Fußzeilenplatzhalter 3">
            <a:extLst>
              <a:ext uri="{FF2B5EF4-FFF2-40B4-BE49-F238E27FC236}">
                <a16:creationId xmlns:a16="http://schemas.microsoft.com/office/drawing/2014/main" id="{661C5D59-98EF-47B2-B19D-A874DC59FF34}"/>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9368242E-50F9-4244-B4BA-556C25D9F491}"/>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
        <p:nvSpPr>
          <p:cNvPr id="6" name="Textplatzhalter 15">
            <a:extLst>
              <a:ext uri="{FF2B5EF4-FFF2-40B4-BE49-F238E27FC236}">
                <a16:creationId xmlns:a16="http://schemas.microsoft.com/office/drawing/2014/main" id="{721CEE0C-CF1E-4255-88E9-9C71665D2140}"/>
              </a:ext>
            </a:extLst>
          </p:cNvPr>
          <p:cNvSpPr>
            <a:spLocks noGrp="1"/>
          </p:cNvSpPr>
          <p:nvPr>
            <p:ph type="body" sz="quarter" idx="18" hasCustomPrompt="1"/>
          </p:nvPr>
        </p:nvSpPr>
        <p:spPr>
          <a:xfrm>
            <a:off x="395015" y="968400"/>
            <a:ext cx="9144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8" name="Titel 7">
            <a:extLst>
              <a:ext uri="{FF2B5EF4-FFF2-40B4-BE49-F238E27FC236}">
                <a16:creationId xmlns:a16="http://schemas.microsoft.com/office/drawing/2014/main" id="{62BAC80A-AC36-4771-9E76-517D5CBE1AFC}"/>
              </a:ext>
            </a:extLst>
          </p:cNvPr>
          <p:cNvSpPr>
            <a:spLocks noGrp="1"/>
          </p:cNvSpPr>
          <p:nvPr>
            <p:ph type="title" hasCustomPrompt="1"/>
          </p:nvPr>
        </p:nvSpPr>
        <p:spPr/>
        <p:txBody>
          <a:bodyPr/>
          <a:lstStyle/>
          <a:p>
            <a:r>
              <a:rPr lang="de-DE" dirty="0"/>
              <a:t>Titel hinzufügen</a:t>
            </a:r>
          </a:p>
        </p:txBody>
      </p:sp>
      <p:sp>
        <p:nvSpPr>
          <p:cNvPr id="7" name="Bildplatzhalter 3">
            <a:extLst>
              <a:ext uri="{FF2B5EF4-FFF2-40B4-BE49-F238E27FC236}">
                <a16:creationId xmlns:a16="http://schemas.microsoft.com/office/drawing/2014/main" id="{4927079D-CA0B-44BB-90D1-01BBB6FF51A0}"/>
              </a:ext>
            </a:extLst>
          </p:cNvPr>
          <p:cNvSpPr>
            <a:spLocks noGrp="1"/>
          </p:cNvSpPr>
          <p:nvPr>
            <p:ph type="pic" sz="quarter" idx="15" hasCustomPrompt="1"/>
          </p:nvPr>
        </p:nvSpPr>
        <p:spPr>
          <a:xfrm>
            <a:off x="395016" y="1583680"/>
            <a:ext cx="3311798"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9" name="Bildplatzhalter 3">
            <a:extLst>
              <a:ext uri="{FF2B5EF4-FFF2-40B4-BE49-F238E27FC236}">
                <a16:creationId xmlns:a16="http://schemas.microsoft.com/office/drawing/2014/main" id="{5EF16FE8-58E3-493E-A214-DF6EF7EA0B1F}"/>
              </a:ext>
            </a:extLst>
          </p:cNvPr>
          <p:cNvSpPr>
            <a:spLocks noGrp="1"/>
          </p:cNvSpPr>
          <p:nvPr>
            <p:ph type="pic" sz="quarter" idx="19" hasCustomPrompt="1"/>
          </p:nvPr>
        </p:nvSpPr>
        <p:spPr>
          <a:xfrm>
            <a:off x="4103689" y="1583680"/>
            <a:ext cx="3276599"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0" name="Bildplatzhalter 3">
            <a:extLst>
              <a:ext uri="{FF2B5EF4-FFF2-40B4-BE49-F238E27FC236}">
                <a16:creationId xmlns:a16="http://schemas.microsoft.com/office/drawing/2014/main" id="{F191D73B-74A6-4584-A706-8036374504E0}"/>
              </a:ext>
            </a:extLst>
          </p:cNvPr>
          <p:cNvSpPr>
            <a:spLocks noGrp="1"/>
          </p:cNvSpPr>
          <p:nvPr>
            <p:ph type="pic" sz="quarter" idx="20" hasCustomPrompt="1"/>
          </p:nvPr>
        </p:nvSpPr>
        <p:spPr>
          <a:xfrm>
            <a:off x="7775835" y="1583680"/>
            <a:ext cx="3312853"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Tree>
    <p:extLst>
      <p:ext uri="{BB962C8B-B14F-4D97-AF65-F5344CB8AC3E}">
        <p14:creationId xmlns:p14="http://schemas.microsoft.com/office/powerpoint/2010/main" val="1552378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3" pos="2585" userDrawn="1">
          <p15:clr>
            <a:srgbClr val="A4A3A4"/>
          </p15:clr>
        </p15:guide>
        <p15:guide id="4" pos="2335" userDrawn="1">
          <p15:clr>
            <a:srgbClr val="A4A3A4"/>
          </p15:clr>
        </p15:guide>
        <p15:guide id="5" pos="4898" userDrawn="1">
          <p15:clr>
            <a:srgbClr val="A4A3A4"/>
          </p15:clr>
        </p15:guide>
        <p15:guide id="6" pos="4649" userDrawn="1">
          <p15:clr>
            <a:srgbClr val="A4A3A4"/>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 und vier Bilder">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2D9FB20A-4CA1-4046-A1E4-A4673B5723F3}"/>
              </a:ext>
            </a:extLst>
          </p:cNvPr>
          <p:cNvSpPr>
            <a:spLocks noGrp="1"/>
          </p:cNvSpPr>
          <p:nvPr>
            <p:ph type="dt" sz="half" idx="10"/>
          </p:nvPr>
        </p:nvSpPr>
        <p:spPr/>
        <p:txBody>
          <a:bodyPr/>
          <a:lstStyle/>
          <a:p>
            <a:fld id="{B109EC5C-DD42-4431-B72B-68D8FA8194AB}" type="datetime1">
              <a:rPr lang="de-DE" smtClean="0"/>
              <a:t>21.11.2022</a:t>
            </a:fld>
            <a:endParaRPr lang="de-DE" dirty="0"/>
          </a:p>
        </p:txBody>
      </p:sp>
      <p:sp>
        <p:nvSpPr>
          <p:cNvPr id="4" name="Fußzeilenplatzhalter 3">
            <a:extLst>
              <a:ext uri="{FF2B5EF4-FFF2-40B4-BE49-F238E27FC236}">
                <a16:creationId xmlns:a16="http://schemas.microsoft.com/office/drawing/2014/main" id="{661C5D59-98EF-47B2-B19D-A874DC59FF34}"/>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9368242E-50F9-4244-B4BA-556C25D9F491}"/>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
        <p:nvSpPr>
          <p:cNvPr id="6" name="Textplatzhalter 15">
            <a:extLst>
              <a:ext uri="{FF2B5EF4-FFF2-40B4-BE49-F238E27FC236}">
                <a16:creationId xmlns:a16="http://schemas.microsoft.com/office/drawing/2014/main" id="{721CEE0C-CF1E-4255-88E9-9C71665D2140}"/>
              </a:ext>
            </a:extLst>
          </p:cNvPr>
          <p:cNvSpPr>
            <a:spLocks noGrp="1"/>
          </p:cNvSpPr>
          <p:nvPr>
            <p:ph type="body" sz="quarter" idx="18" hasCustomPrompt="1"/>
          </p:nvPr>
        </p:nvSpPr>
        <p:spPr>
          <a:xfrm>
            <a:off x="395015" y="968400"/>
            <a:ext cx="9144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8" name="Titel 7">
            <a:extLst>
              <a:ext uri="{FF2B5EF4-FFF2-40B4-BE49-F238E27FC236}">
                <a16:creationId xmlns:a16="http://schemas.microsoft.com/office/drawing/2014/main" id="{62BAC80A-AC36-4771-9E76-517D5CBE1AFC}"/>
              </a:ext>
            </a:extLst>
          </p:cNvPr>
          <p:cNvSpPr>
            <a:spLocks noGrp="1"/>
          </p:cNvSpPr>
          <p:nvPr>
            <p:ph type="title" hasCustomPrompt="1"/>
          </p:nvPr>
        </p:nvSpPr>
        <p:spPr/>
        <p:txBody>
          <a:bodyPr/>
          <a:lstStyle/>
          <a:p>
            <a:r>
              <a:rPr lang="de-DE" dirty="0"/>
              <a:t>Titel hinzufügen</a:t>
            </a:r>
          </a:p>
        </p:txBody>
      </p:sp>
      <p:sp>
        <p:nvSpPr>
          <p:cNvPr id="7" name="Bildplatzhalter 3">
            <a:extLst>
              <a:ext uri="{FF2B5EF4-FFF2-40B4-BE49-F238E27FC236}">
                <a16:creationId xmlns:a16="http://schemas.microsoft.com/office/drawing/2014/main" id="{4927079D-CA0B-44BB-90D1-01BBB6FF51A0}"/>
              </a:ext>
            </a:extLst>
          </p:cNvPr>
          <p:cNvSpPr>
            <a:spLocks noGrp="1"/>
          </p:cNvSpPr>
          <p:nvPr>
            <p:ph type="pic" sz="quarter" idx="15" hasCustomPrompt="1"/>
          </p:nvPr>
        </p:nvSpPr>
        <p:spPr>
          <a:xfrm>
            <a:off x="395016" y="1583680"/>
            <a:ext cx="2376000"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9" name="Bildplatzhalter 3">
            <a:extLst>
              <a:ext uri="{FF2B5EF4-FFF2-40B4-BE49-F238E27FC236}">
                <a16:creationId xmlns:a16="http://schemas.microsoft.com/office/drawing/2014/main" id="{5EF16FE8-58E3-493E-A214-DF6EF7EA0B1F}"/>
              </a:ext>
            </a:extLst>
          </p:cNvPr>
          <p:cNvSpPr>
            <a:spLocks noGrp="1"/>
          </p:cNvSpPr>
          <p:nvPr>
            <p:ph type="pic" sz="quarter" idx="19" hasCustomPrompt="1"/>
          </p:nvPr>
        </p:nvSpPr>
        <p:spPr>
          <a:xfrm>
            <a:off x="3167412" y="1583680"/>
            <a:ext cx="2376000"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0" name="Bildplatzhalter 3">
            <a:extLst>
              <a:ext uri="{FF2B5EF4-FFF2-40B4-BE49-F238E27FC236}">
                <a16:creationId xmlns:a16="http://schemas.microsoft.com/office/drawing/2014/main" id="{F191D73B-74A6-4584-A706-8036374504E0}"/>
              </a:ext>
            </a:extLst>
          </p:cNvPr>
          <p:cNvSpPr>
            <a:spLocks noGrp="1"/>
          </p:cNvSpPr>
          <p:nvPr>
            <p:ph type="pic" sz="quarter" idx="20" hasCustomPrompt="1"/>
          </p:nvPr>
        </p:nvSpPr>
        <p:spPr>
          <a:xfrm>
            <a:off x="5939808" y="1583680"/>
            <a:ext cx="2376000"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1" name="Bildplatzhalter 3">
            <a:extLst>
              <a:ext uri="{FF2B5EF4-FFF2-40B4-BE49-F238E27FC236}">
                <a16:creationId xmlns:a16="http://schemas.microsoft.com/office/drawing/2014/main" id="{5AD396FC-940C-4A65-A592-132B514DC337}"/>
              </a:ext>
            </a:extLst>
          </p:cNvPr>
          <p:cNvSpPr>
            <a:spLocks noGrp="1"/>
          </p:cNvSpPr>
          <p:nvPr>
            <p:ph type="pic" sz="quarter" idx="21" hasCustomPrompt="1"/>
          </p:nvPr>
        </p:nvSpPr>
        <p:spPr>
          <a:xfrm>
            <a:off x="8712203" y="1583680"/>
            <a:ext cx="2376000" cy="43561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Tree>
    <p:extLst>
      <p:ext uri="{BB962C8B-B14F-4D97-AF65-F5344CB8AC3E}">
        <p14:creationId xmlns:p14="http://schemas.microsoft.com/office/powerpoint/2010/main" val="5725155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3741" userDrawn="1">
          <p15:clr>
            <a:srgbClr val="A4A3A4"/>
          </p15:clr>
        </p15:guide>
        <p15:guide id="2" pos="3492" userDrawn="1">
          <p15:clr>
            <a:srgbClr val="A4A3A4"/>
          </p15:clr>
        </p15:guide>
        <p15:guide id="3" pos="1995" userDrawn="1">
          <p15:clr>
            <a:srgbClr val="A4A3A4"/>
          </p15:clr>
        </p15:guide>
        <p15:guide id="4" pos="1746" userDrawn="1">
          <p15:clr>
            <a:srgbClr val="A4A3A4"/>
          </p15:clr>
        </p15:guide>
        <p15:guide id="5" pos="5238" userDrawn="1">
          <p15:clr>
            <a:srgbClr val="A4A3A4"/>
          </p15:clr>
        </p15:guide>
        <p15:guide id="6" pos="5488" userDrawn="1">
          <p15:clr>
            <a:srgbClr val="A4A3A4"/>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 und vier Bilder 2x2">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2D9FB20A-4CA1-4046-A1E4-A4673B5723F3}"/>
              </a:ext>
            </a:extLst>
          </p:cNvPr>
          <p:cNvSpPr>
            <a:spLocks noGrp="1"/>
          </p:cNvSpPr>
          <p:nvPr>
            <p:ph type="dt" sz="half" idx="10"/>
          </p:nvPr>
        </p:nvSpPr>
        <p:spPr/>
        <p:txBody>
          <a:bodyPr/>
          <a:lstStyle/>
          <a:p>
            <a:fld id="{0DB296D1-AC28-442F-8944-ABF7A8FC9C50}" type="datetime1">
              <a:rPr lang="de-DE" smtClean="0"/>
              <a:t>21.11.2022</a:t>
            </a:fld>
            <a:endParaRPr lang="de-DE" dirty="0"/>
          </a:p>
        </p:txBody>
      </p:sp>
      <p:sp>
        <p:nvSpPr>
          <p:cNvPr id="4" name="Fußzeilenplatzhalter 3">
            <a:extLst>
              <a:ext uri="{FF2B5EF4-FFF2-40B4-BE49-F238E27FC236}">
                <a16:creationId xmlns:a16="http://schemas.microsoft.com/office/drawing/2014/main" id="{661C5D59-98EF-47B2-B19D-A874DC59FF34}"/>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9368242E-50F9-4244-B4BA-556C25D9F491}"/>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
        <p:nvSpPr>
          <p:cNvPr id="6" name="Textplatzhalter 15">
            <a:extLst>
              <a:ext uri="{FF2B5EF4-FFF2-40B4-BE49-F238E27FC236}">
                <a16:creationId xmlns:a16="http://schemas.microsoft.com/office/drawing/2014/main" id="{721CEE0C-CF1E-4255-88E9-9C71665D2140}"/>
              </a:ext>
            </a:extLst>
          </p:cNvPr>
          <p:cNvSpPr>
            <a:spLocks noGrp="1"/>
          </p:cNvSpPr>
          <p:nvPr>
            <p:ph type="body" sz="quarter" idx="18" hasCustomPrompt="1"/>
          </p:nvPr>
        </p:nvSpPr>
        <p:spPr>
          <a:xfrm>
            <a:off x="395015" y="968400"/>
            <a:ext cx="9144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8" name="Titel 7">
            <a:extLst>
              <a:ext uri="{FF2B5EF4-FFF2-40B4-BE49-F238E27FC236}">
                <a16:creationId xmlns:a16="http://schemas.microsoft.com/office/drawing/2014/main" id="{62BAC80A-AC36-4771-9E76-517D5CBE1AFC}"/>
              </a:ext>
            </a:extLst>
          </p:cNvPr>
          <p:cNvSpPr>
            <a:spLocks noGrp="1"/>
          </p:cNvSpPr>
          <p:nvPr>
            <p:ph type="title" hasCustomPrompt="1"/>
          </p:nvPr>
        </p:nvSpPr>
        <p:spPr/>
        <p:txBody>
          <a:bodyPr/>
          <a:lstStyle>
            <a:lvl1pPr>
              <a:defRPr>
                <a:latin typeface="Arial" panose="020B0604020202020204" pitchFamily="34" charset="0"/>
                <a:cs typeface="Arial" panose="020B0604020202020204" pitchFamily="34" charset="0"/>
              </a:defRPr>
            </a:lvl1pPr>
          </a:lstStyle>
          <a:p>
            <a:r>
              <a:rPr lang="de-DE" dirty="0"/>
              <a:t>Titel hinzufügen</a:t>
            </a:r>
          </a:p>
        </p:txBody>
      </p:sp>
      <p:sp>
        <p:nvSpPr>
          <p:cNvPr id="7" name="Bildplatzhalter 3">
            <a:extLst>
              <a:ext uri="{FF2B5EF4-FFF2-40B4-BE49-F238E27FC236}">
                <a16:creationId xmlns:a16="http://schemas.microsoft.com/office/drawing/2014/main" id="{4927079D-CA0B-44BB-90D1-01BBB6FF51A0}"/>
              </a:ext>
            </a:extLst>
          </p:cNvPr>
          <p:cNvSpPr>
            <a:spLocks noGrp="1"/>
          </p:cNvSpPr>
          <p:nvPr>
            <p:ph type="pic" sz="quarter" idx="15" hasCustomPrompt="1"/>
          </p:nvPr>
        </p:nvSpPr>
        <p:spPr>
          <a:xfrm>
            <a:off x="395015" y="1583680"/>
            <a:ext cx="5148535" cy="19800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9" name="Bildplatzhalter 3">
            <a:extLst>
              <a:ext uri="{FF2B5EF4-FFF2-40B4-BE49-F238E27FC236}">
                <a16:creationId xmlns:a16="http://schemas.microsoft.com/office/drawing/2014/main" id="{5EF16FE8-58E3-493E-A214-DF6EF7EA0B1F}"/>
              </a:ext>
            </a:extLst>
          </p:cNvPr>
          <p:cNvSpPr>
            <a:spLocks noGrp="1"/>
          </p:cNvSpPr>
          <p:nvPr>
            <p:ph type="pic" sz="quarter" idx="19" hasCustomPrompt="1"/>
          </p:nvPr>
        </p:nvSpPr>
        <p:spPr>
          <a:xfrm>
            <a:off x="5939631" y="1583680"/>
            <a:ext cx="5148535" cy="19800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0" name="Bildplatzhalter 3">
            <a:extLst>
              <a:ext uri="{FF2B5EF4-FFF2-40B4-BE49-F238E27FC236}">
                <a16:creationId xmlns:a16="http://schemas.microsoft.com/office/drawing/2014/main" id="{705871A2-4DDB-4EA0-A8C2-9FF3A3360999}"/>
              </a:ext>
            </a:extLst>
          </p:cNvPr>
          <p:cNvSpPr>
            <a:spLocks noGrp="1"/>
          </p:cNvSpPr>
          <p:nvPr>
            <p:ph type="pic" sz="quarter" idx="20" hasCustomPrompt="1"/>
          </p:nvPr>
        </p:nvSpPr>
        <p:spPr>
          <a:xfrm>
            <a:off x="395052" y="3959944"/>
            <a:ext cx="5148535" cy="19800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1" name="Bildplatzhalter 3">
            <a:extLst>
              <a:ext uri="{FF2B5EF4-FFF2-40B4-BE49-F238E27FC236}">
                <a16:creationId xmlns:a16="http://schemas.microsoft.com/office/drawing/2014/main" id="{50BFFAC0-B129-4DCE-9F2C-27616421D06A}"/>
              </a:ext>
            </a:extLst>
          </p:cNvPr>
          <p:cNvSpPr>
            <a:spLocks noGrp="1"/>
          </p:cNvSpPr>
          <p:nvPr>
            <p:ph type="pic" sz="quarter" idx="21" hasCustomPrompt="1"/>
          </p:nvPr>
        </p:nvSpPr>
        <p:spPr>
          <a:xfrm>
            <a:off x="5939668" y="3959944"/>
            <a:ext cx="5148535" cy="1980000"/>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Tree>
    <p:extLst>
      <p:ext uri="{BB962C8B-B14F-4D97-AF65-F5344CB8AC3E}">
        <p14:creationId xmlns:p14="http://schemas.microsoft.com/office/powerpoint/2010/main" val="10048168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3741" userDrawn="1">
          <p15:clr>
            <a:srgbClr val="A4A3A4"/>
          </p15:clr>
        </p15:guide>
        <p15:guide id="2" pos="3492" userDrawn="1">
          <p15:clr>
            <a:srgbClr val="A4A3A4"/>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Vollflächiges Bild | Logo schwarz">
    <p:spTree>
      <p:nvGrpSpPr>
        <p:cNvPr id="1" name=""/>
        <p:cNvGrpSpPr/>
        <p:nvPr/>
      </p:nvGrpSpPr>
      <p:grpSpPr>
        <a:xfrm>
          <a:off x="0" y="0"/>
          <a:ext cx="0" cy="0"/>
          <a:chOff x="0" y="0"/>
          <a:chExt cx="0" cy="0"/>
        </a:xfrm>
      </p:grpSpPr>
      <p:sp>
        <p:nvSpPr>
          <p:cNvPr id="6" name="Bildplatzhalter 3">
            <a:extLst>
              <a:ext uri="{FF2B5EF4-FFF2-40B4-BE49-F238E27FC236}">
                <a16:creationId xmlns:a16="http://schemas.microsoft.com/office/drawing/2014/main" id="{821E816B-7864-4834-8B98-434A344FF57D}"/>
              </a:ext>
            </a:extLst>
          </p:cNvPr>
          <p:cNvSpPr>
            <a:spLocks noGrp="1"/>
          </p:cNvSpPr>
          <p:nvPr>
            <p:ph type="pic" sz="quarter" idx="15" hasCustomPrompt="1"/>
          </p:nvPr>
        </p:nvSpPr>
        <p:spPr>
          <a:xfrm>
            <a:off x="0" y="0"/>
            <a:ext cx="11879263" cy="6335713"/>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5" name="Textplatzhalter 5">
            <a:extLst>
              <a:ext uri="{FF2B5EF4-FFF2-40B4-BE49-F238E27FC236}">
                <a16:creationId xmlns:a16="http://schemas.microsoft.com/office/drawing/2014/main" id="{6421E8AE-1894-4863-B8CC-C6EF7B44114D}"/>
              </a:ext>
            </a:extLst>
          </p:cNvPr>
          <p:cNvSpPr>
            <a:spLocks noGrp="1"/>
          </p:cNvSpPr>
          <p:nvPr>
            <p:ph type="body" sz="quarter" idx="16" hasCustomPrompt="1"/>
          </p:nvPr>
        </p:nvSpPr>
        <p:spPr>
          <a:xfrm>
            <a:off x="10332247" y="288000"/>
            <a:ext cx="1152000" cy="216000"/>
          </a:xfrm>
          <a:blipFill dpi="0"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a:fillRect/>
            </a:stretch>
          </a:blipFill>
        </p:spPr>
        <p:txBody>
          <a:bodyPr/>
          <a:lstStyle>
            <a:lvl1pPr>
              <a:defRPr sz="100"/>
            </a:lvl1pPr>
          </a:lstStyle>
          <a:p>
            <a:pPr lvl="0"/>
            <a:r>
              <a:rPr lang="de-DE" dirty="0"/>
              <a:t> </a:t>
            </a:r>
          </a:p>
        </p:txBody>
      </p:sp>
      <p:grpSp>
        <p:nvGrpSpPr>
          <p:cNvPr id="33" name="Gruppieren 32">
            <a:extLst>
              <a:ext uri="{FF2B5EF4-FFF2-40B4-BE49-F238E27FC236}">
                <a16:creationId xmlns:a16="http://schemas.microsoft.com/office/drawing/2014/main" id="{577A66E3-1DFB-4855-AC4D-41A9D83EAAAA}"/>
              </a:ext>
            </a:extLst>
          </p:cNvPr>
          <p:cNvGrpSpPr/>
          <p:nvPr userDrawn="1"/>
        </p:nvGrpSpPr>
        <p:grpSpPr bwMode="gray">
          <a:xfrm>
            <a:off x="395015" y="-216520"/>
            <a:ext cx="11088960" cy="72000"/>
            <a:chOff x="394680" y="-243408"/>
            <a:chExt cx="11389952" cy="216000"/>
          </a:xfrm>
        </p:grpSpPr>
        <p:cxnSp>
          <p:nvCxnSpPr>
            <p:cNvPr id="34" name="Gerader Verbinder 33">
              <a:extLst>
                <a:ext uri="{FF2B5EF4-FFF2-40B4-BE49-F238E27FC236}">
                  <a16:creationId xmlns:a16="http://schemas.microsoft.com/office/drawing/2014/main" id="{CBB679F1-7DB3-4162-A1EC-C9F44FA5A60A}"/>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20F9D2F3-6A80-41BB-93F0-9F1D0F9DBD86}"/>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F44E6300-DC93-44C3-85CC-402D7EE61837}"/>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F2BAA4E8-87CC-490D-9639-AFB4765ADFFD}"/>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39672AAC-9B25-4CDD-9753-2A18A9385008}"/>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73BAE8E9-231A-4ECB-B237-3668B4864742}"/>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84BF4348-5E3A-4314-8924-872F2CDC1665}"/>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AF0E6971-E26E-4AF3-861D-082678B586AA}"/>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9A409D5C-AD82-4538-912A-140424F8ADF2}"/>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Gruppieren 18">
            <a:extLst>
              <a:ext uri="{FF2B5EF4-FFF2-40B4-BE49-F238E27FC236}">
                <a16:creationId xmlns:a16="http://schemas.microsoft.com/office/drawing/2014/main" id="{AF80BCA5-D383-43DA-93BB-1A4B422EF28F}"/>
              </a:ext>
            </a:extLst>
          </p:cNvPr>
          <p:cNvGrpSpPr/>
          <p:nvPr userDrawn="1"/>
        </p:nvGrpSpPr>
        <p:grpSpPr bwMode="gray">
          <a:xfrm>
            <a:off x="-217053" y="1583680"/>
            <a:ext cx="70097" cy="4356484"/>
            <a:chOff x="-456728" y="1583680"/>
            <a:chExt cx="216000" cy="4356484"/>
          </a:xfrm>
        </p:grpSpPr>
        <p:cxnSp>
          <p:nvCxnSpPr>
            <p:cNvPr id="20" name="Gerader Verbinder 19">
              <a:extLst>
                <a:ext uri="{FF2B5EF4-FFF2-40B4-BE49-F238E27FC236}">
                  <a16:creationId xmlns:a16="http://schemas.microsoft.com/office/drawing/2014/main" id="{9C735F1A-4838-4D37-AE50-F7955810A11D}"/>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D409D30-683F-408E-9595-0B41F7E19A31}"/>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797085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Vollflächiges Bild | Logo weiß">
    <p:spTree>
      <p:nvGrpSpPr>
        <p:cNvPr id="1" name=""/>
        <p:cNvGrpSpPr/>
        <p:nvPr/>
      </p:nvGrpSpPr>
      <p:grpSpPr>
        <a:xfrm>
          <a:off x="0" y="0"/>
          <a:ext cx="0" cy="0"/>
          <a:chOff x="0" y="0"/>
          <a:chExt cx="0" cy="0"/>
        </a:xfrm>
      </p:grpSpPr>
      <p:sp>
        <p:nvSpPr>
          <p:cNvPr id="6" name="Bildplatzhalter 3">
            <a:extLst>
              <a:ext uri="{FF2B5EF4-FFF2-40B4-BE49-F238E27FC236}">
                <a16:creationId xmlns:a16="http://schemas.microsoft.com/office/drawing/2014/main" id="{821E816B-7864-4834-8B98-434A344FF57D}"/>
              </a:ext>
            </a:extLst>
          </p:cNvPr>
          <p:cNvSpPr>
            <a:spLocks noGrp="1"/>
          </p:cNvSpPr>
          <p:nvPr>
            <p:ph type="pic" sz="quarter" idx="15" hasCustomPrompt="1"/>
          </p:nvPr>
        </p:nvSpPr>
        <p:spPr>
          <a:xfrm>
            <a:off x="0" y="0"/>
            <a:ext cx="11879263" cy="6335713"/>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5" name="Textplatzhalter 5">
            <a:extLst>
              <a:ext uri="{FF2B5EF4-FFF2-40B4-BE49-F238E27FC236}">
                <a16:creationId xmlns:a16="http://schemas.microsoft.com/office/drawing/2014/main" id="{6421E8AE-1894-4863-B8CC-C6EF7B44114D}"/>
              </a:ext>
            </a:extLst>
          </p:cNvPr>
          <p:cNvSpPr>
            <a:spLocks noGrp="1"/>
          </p:cNvSpPr>
          <p:nvPr>
            <p:ph type="body" sz="quarter" idx="16" hasCustomPrompt="1"/>
          </p:nvPr>
        </p:nvSpPr>
        <p:spPr>
          <a:xfrm>
            <a:off x="10332247" y="288000"/>
            <a:ext cx="1152000" cy="216000"/>
          </a:xfrm>
          <a:blipFill dpi="0"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a:fillRect/>
            </a:stretch>
          </a:blipFill>
        </p:spPr>
        <p:txBody>
          <a:bodyPr/>
          <a:lstStyle>
            <a:lvl1pPr>
              <a:defRPr sz="100"/>
            </a:lvl1pPr>
          </a:lstStyle>
          <a:p>
            <a:pPr lvl="0"/>
            <a:r>
              <a:rPr lang="de-DE" dirty="0"/>
              <a:t> </a:t>
            </a:r>
          </a:p>
        </p:txBody>
      </p:sp>
      <p:grpSp>
        <p:nvGrpSpPr>
          <p:cNvPr id="25" name="Gruppieren 24">
            <a:extLst>
              <a:ext uri="{FF2B5EF4-FFF2-40B4-BE49-F238E27FC236}">
                <a16:creationId xmlns:a16="http://schemas.microsoft.com/office/drawing/2014/main" id="{F69E6302-564B-435D-9E01-699E7288D6F3}"/>
              </a:ext>
            </a:extLst>
          </p:cNvPr>
          <p:cNvGrpSpPr/>
          <p:nvPr userDrawn="1"/>
        </p:nvGrpSpPr>
        <p:grpSpPr bwMode="gray">
          <a:xfrm>
            <a:off x="395015" y="-216520"/>
            <a:ext cx="11088960" cy="72000"/>
            <a:chOff x="394680" y="-243408"/>
            <a:chExt cx="11389952" cy="216000"/>
          </a:xfrm>
        </p:grpSpPr>
        <p:cxnSp>
          <p:nvCxnSpPr>
            <p:cNvPr id="26" name="Gerader Verbinder 25">
              <a:extLst>
                <a:ext uri="{FF2B5EF4-FFF2-40B4-BE49-F238E27FC236}">
                  <a16:creationId xmlns:a16="http://schemas.microsoft.com/office/drawing/2014/main" id="{395C5601-2753-4824-AF40-70E78D0F226A}"/>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A8B5851E-04B2-4EA2-8BF1-53887C19128B}"/>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CB9DD8C5-D40B-4BB9-8544-2BB6501C5ABC}"/>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5A28C698-F9BD-4A08-ADC5-A3DBBDD66BC3}"/>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A5BA5EA6-2B8D-4DA6-B050-9494A60B2A81}"/>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A4FF3B57-265C-4D38-A636-EEDA03172860}"/>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747B54F2-928A-4650-B19D-D7A89D1B8320}"/>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3B4CB2FB-288F-4934-8CD9-4519BBB13624}"/>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3F806EB2-B18F-4723-A34E-DD1819461CCE}"/>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Gruppieren 16">
            <a:extLst>
              <a:ext uri="{FF2B5EF4-FFF2-40B4-BE49-F238E27FC236}">
                <a16:creationId xmlns:a16="http://schemas.microsoft.com/office/drawing/2014/main" id="{73F41DBD-4E71-4664-BD74-2530B9C0C5D6}"/>
              </a:ext>
            </a:extLst>
          </p:cNvPr>
          <p:cNvGrpSpPr/>
          <p:nvPr userDrawn="1"/>
        </p:nvGrpSpPr>
        <p:grpSpPr bwMode="gray">
          <a:xfrm>
            <a:off x="-217053" y="1583680"/>
            <a:ext cx="70097" cy="4356484"/>
            <a:chOff x="-456728" y="1583680"/>
            <a:chExt cx="216000" cy="4356484"/>
          </a:xfrm>
        </p:grpSpPr>
        <p:cxnSp>
          <p:nvCxnSpPr>
            <p:cNvPr id="18" name="Gerader Verbinder 17">
              <a:extLst>
                <a:ext uri="{FF2B5EF4-FFF2-40B4-BE49-F238E27FC236}">
                  <a16:creationId xmlns:a16="http://schemas.microsoft.com/office/drawing/2014/main" id="{0F08AAD9-3AD3-4D9C-AEE8-E7789FAFA935}"/>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5C6FC510-18B0-4FA0-94EC-0E05F24DCF2B}"/>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990707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2D9FB20A-4CA1-4046-A1E4-A4673B5723F3}"/>
              </a:ext>
            </a:extLst>
          </p:cNvPr>
          <p:cNvSpPr>
            <a:spLocks noGrp="1"/>
          </p:cNvSpPr>
          <p:nvPr>
            <p:ph type="dt" sz="half" idx="10"/>
          </p:nvPr>
        </p:nvSpPr>
        <p:spPr/>
        <p:txBody>
          <a:bodyPr/>
          <a:lstStyle/>
          <a:p>
            <a:fld id="{CDA89288-CEC7-47F4-BD46-D4D4AF3B3418}" type="datetime1">
              <a:rPr lang="de-DE" smtClean="0"/>
              <a:t>21.11.2022</a:t>
            </a:fld>
            <a:endParaRPr lang="de-DE" dirty="0"/>
          </a:p>
        </p:txBody>
      </p:sp>
      <p:sp>
        <p:nvSpPr>
          <p:cNvPr id="4" name="Fußzeilenplatzhalter 3">
            <a:extLst>
              <a:ext uri="{FF2B5EF4-FFF2-40B4-BE49-F238E27FC236}">
                <a16:creationId xmlns:a16="http://schemas.microsoft.com/office/drawing/2014/main" id="{661C5D59-98EF-47B2-B19D-A874DC59FF34}"/>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9368242E-50F9-4244-B4BA-556C25D9F491}"/>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
        <p:nvSpPr>
          <p:cNvPr id="6" name="Textplatzhalter 15">
            <a:extLst>
              <a:ext uri="{FF2B5EF4-FFF2-40B4-BE49-F238E27FC236}">
                <a16:creationId xmlns:a16="http://schemas.microsoft.com/office/drawing/2014/main" id="{721CEE0C-CF1E-4255-88E9-9C71665D2140}"/>
              </a:ext>
            </a:extLst>
          </p:cNvPr>
          <p:cNvSpPr>
            <a:spLocks noGrp="1"/>
          </p:cNvSpPr>
          <p:nvPr>
            <p:ph type="body" sz="quarter" idx="18" hasCustomPrompt="1"/>
          </p:nvPr>
        </p:nvSpPr>
        <p:spPr>
          <a:xfrm>
            <a:off x="395015" y="968400"/>
            <a:ext cx="9144000" cy="288000"/>
          </a:xfrm>
        </p:spPr>
        <p:txBody>
          <a:bodyPr/>
          <a:lstStyle>
            <a:lvl1pPr marL="0" indent="0">
              <a:buFont typeface="Arial" panose="020B0604020202020204" pitchFamily="34" charset="0"/>
              <a:buNone/>
              <a:defRPr sz="1800" b="0"/>
            </a:lvl1pPr>
            <a:lvl2pPr marL="0" indent="0">
              <a:buFont typeface="Arial" panose="020B0604020202020204" pitchFamily="34" charset="0"/>
              <a:buNone/>
              <a:defRPr sz="1800" b="0"/>
            </a:lvl2pPr>
            <a:lvl3pPr marL="0" indent="0">
              <a:buNone/>
              <a:defRPr sz="1800" b="0"/>
            </a:lvl3pPr>
            <a:lvl4pPr marL="0" indent="0">
              <a:buNone/>
              <a:defRPr sz="1800" b="0"/>
            </a:lvl4pPr>
            <a:lvl5pPr marL="0" indent="0">
              <a:buNone/>
              <a:defRPr sz="1800" b="0"/>
            </a:lvl5pPr>
            <a:lvl6pPr marL="0" indent="0">
              <a:buNone/>
              <a:defRPr sz="1800" b="0"/>
            </a:lvl6pPr>
            <a:lvl7pPr marL="0" indent="0">
              <a:buNone/>
              <a:defRPr sz="1800" b="0"/>
            </a:lvl7pPr>
            <a:lvl8pPr marL="0" indent="0">
              <a:buNone/>
              <a:defRPr sz="1800" b="0"/>
            </a:lvl8pPr>
            <a:lvl9pPr marL="0" indent="0">
              <a:buNone/>
              <a:defRPr sz="1800" b="0"/>
            </a:lvl9pPr>
          </a:lstStyle>
          <a:p>
            <a:pPr lvl="0"/>
            <a:r>
              <a:rPr lang="de-DE" dirty="0"/>
              <a:t>Untertitel der Folie</a:t>
            </a:r>
          </a:p>
        </p:txBody>
      </p:sp>
      <p:sp>
        <p:nvSpPr>
          <p:cNvPr id="8" name="Titel 7">
            <a:extLst>
              <a:ext uri="{FF2B5EF4-FFF2-40B4-BE49-F238E27FC236}">
                <a16:creationId xmlns:a16="http://schemas.microsoft.com/office/drawing/2014/main" id="{62BAC80A-AC36-4771-9E76-517D5CBE1AFC}"/>
              </a:ext>
            </a:extLst>
          </p:cNvPr>
          <p:cNvSpPr>
            <a:spLocks noGrp="1"/>
          </p:cNvSpPr>
          <p:nvPr>
            <p:ph type="title" hasCustomPrompt="1"/>
          </p:nvPr>
        </p:nvSpPr>
        <p:spPr/>
        <p:txBody>
          <a:bodyPr/>
          <a:lstStyle/>
          <a:p>
            <a:r>
              <a:rPr lang="de-DE" dirty="0"/>
              <a:t>Titel hinzufügen</a:t>
            </a:r>
          </a:p>
        </p:txBody>
      </p:sp>
    </p:spTree>
    <p:extLst>
      <p:ext uri="{BB962C8B-B14F-4D97-AF65-F5344CB8AC3E}">
        <p14:creationId xmlns:p14="http://schemas.microsoft.com/office/powerpoint/2010/main" val="38423771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3741" userDrawn="1">
          <p15:clr>
            <a:srgbClr val="A4A3A4"/>
          </p15:clr>
        </p15:guide>
        <p15:guide id="2" pos="3492" userDrawn="1">
          <p15:clr>
            <a:srgbClr val="A4A3A4"/>
          </p15:clr>
        </p15:guide>
        <p15:guide id="3" pos="2585" userDrawn="1">
          <p15:clr>
            <a:srgbClr val="A4A3A4"/>
          </p15:clr>
        </p15:guide>
        <p15:guide id="4" pos="2335" userDrawn="1">
          <p15:clr>
            <a:srgbClr val="A4A3A4"/>
          </p15:clr>
        </p15:guide>
        <p15:guide id="5" pos="4898" userDrawn="1">
          <p15:clr>
            <a:srgbClr val="A4A3A4"/>
          </p15:clr>
        </p15:guide>
        <p15:guide id="6" pos="4649" userDrawn="1">
          <p15:clr>
            <a:srgbClr val="A4A3A4"/>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59F57580-7C0F-4A5A-B1F2-3AD0BEA370BC}"/>
              </a:ext>
            </a:extLst>
          </p:cNvPr>
          <p:cNvSpPr>
            <a:spLocks noGrp="1"/>
          </p:cNvSpPr>
          <p:nvPr>
            <p:ph type="dt" sz="half" idx="10"/>
          </p:nvPr>
        </p:nvSpPr>
        <p:spPr/>
        <p:txBody>
          <a:bodyPr/>
          <a:lstStyle/>
          <a:p>
            <a:fld id="{DBFBE6E0-B045-4B0E-A7CC-D5879E3A5B44}" type="datetime1">
              <a:rPr lang="de-DE" smtClean="0"/>
              <a:t>21.11.2022</a:t>
            </a:fld>
            <a:endParaRPr lang="de-DE" dirty="0"/>
          </a:p>
        </p:txBody>
      </p:sp>
      <p:sp>
        <p:nvSpPr>
          <p:cNvPr id="3" name="Fußzeilenplatzhalter 2">
            <a:extLst>
              <a:ext uri="{FF2B5EF4-FFF2-40B4-BE49-F238E27FC236}">
                <a16:creationId xmlns:a16="http://schemas.microsoft.com/office/drawing/2014/main" id="{15D4FAEC-0AFE-410B-BBF8-0E869D9CA0C6}"/>
              </a:ext>
            </a:extLst>
          </p:cNvPr>
          <p:cNvSpPr>
            <a:spLocks noGrp="1"/>
          </p:cNvSpPr>
          <p:nvPr>
            <p:ph type="ftr" sz="quarter" idx="11"/>
          </p:nvPr>
        </p:nvSpPr>
        <p:spPr/>
        <p:txBody>
          <a:bodyPr/>
          <a:lstStyle/>
          <a:p>
            <a:r>
              <a:rPr lang="de-DE" dirty="0"/>
              <a:t>Titel der Präsentation</a:t>
            </a:r>
          </a:p>
        </p:txBody>
      </p:sp>
      <p:sp>
        <p:nvSpPr>
          <p:cNvPr id="4" name="Foliennummernplatzhalter 3">
            <a:extLst>
              <a:ext uri="{FF2B5EF4-FFF2-40B4-BE49-F238E27FC236}">
                <a16:creationId xmlns:a16="http://schemas.microsoft.com/office/drawing/2014/main" id="{B2990989-4471-45C8-8DA7-E1115AD63BDB}"/>
              </a:ext>
            </a:extLst>
          </p:cNvPr>
          <p:cNvSpPr>
            <a:spLocks noGrp="1"/>
          </p:cNvSpPr>
          <p:nvPr>
            <p:ph type="sldNum" sz="quarter" idx="12"/>
          </p:nvPr>
        </p:nvSpPr>
        <p:spPr/>
        <p:txBody>
          <a:bodyPr/>
          <a:lstStyle/>
          <a:p>
            <a:fld id="{F86FCC4D-0438-154F-9910-1CF4711F776F}" type="slidenum">
              <a:rPr lang="de-DE" smtClean="0"/>
              <a:pPr/>
              <a:t>‹Nr.›</a:t>
            </a:fld>
            <a:endParaRPr lang="de-DE" dirty="0"/>
          </a:p>
        </p:txBody>
      </p:sp>
    </p:spTree>
    <p:extLst>
      <p:ext uri="{BB962C8B-B14F-4D97-AF65-F5344CB8AC3E}">
        <p14:creationId xmlns:p14="http://schemas.microsoft.com/office/powerpoint/2010/main" val="17337427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Leer | komplett">
    <p:spTree>
      <p:nvGrpSpPr>
        <p:cNvPr id="1" name=""/>
        <p:cNvGrpSpPr/>
        <p:nvPr/>
      </p:nvGrpSpPr>
      <p:grpSpPr>
        <a:xfrm>
          <a:off x="0" y="0"/>
          <a:ext cx="0" cy="0"/>
          <a:chOff x="0" y="0"/>
          <a:chExt cx="0" cy="0"/>
        </a:xfrm>
      </p:grpSpPr>
      <p:grpSp>
        <p:nvGrpSpPr>
          <p:cNvPr id="8" name="Gruppieren 7">
            <a:extLst>
              <a:ext uri="{FF2B5EF4-FFF2-40B4-BE49-F238E27FC236}">
                <a16:creationId xmlns:a16="http://schemas.microsoft.com/office/drawing/2014/main" id="{CA2A3411-6EA9-4F22-8F95-3D8025FD5D56}"/>
              </a:ext>
            </a:extLst>
          </p:cNvPr>
          <p:cNvGrpSpPr/>
          <p:nvPr userDrawn="1"/>
        </p:nvGrpSpPr>
        <p:grpSpPr bwMode="gray">
          <a:xfrm>
            <a:off x="395015" y="-216520"/>
            <a:ext cx="11088960" cy="72000"/>
            <a:chOff x="394680" y="-243408"/>
            <a:chExt cx="11389952" cy="216000"/>
          </a:xfrm>
        </p:grpSpPr>
        <p:cxnSp>
          <p:nvCxnSpPr>
            <p:cNvPr id="9" name="Gerader Verbinder 8">
              <a:extLst>
                <a:ext uri="{FF2B5EF4-FFF2-40B4-BE49-F238E27FC236}">
                  <a16:creationId xmlns:a16="http://schemas.microsoft.com/office/drawing/2014/main" id="{67873072-5A80-442E-AC29-DCF343B008DF}"/>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AEE07831-C5AD-435A-B30E-42AE6EEF8928}"/>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6A56E354-1D40-402F-B4A1-6D1AEF3DEB34}"/>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5EFD7697-90CC-46BC-950B-15B11ADF500A}"/>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8221711D-E42E-402A-B0D2-A5EBF95986AC}"/>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8F138099-59F1-4501-949E-70FB68E3B206}"/>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4AF892BB-3023-46C4-9FF7-58078B7E048D}"/>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6D26F5E6-5E0B-49AC-832A-F9BF5209E90A}"/>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F091E9A0-20C3-4340-A0A2-7CC9F6EA9765}"/>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Gruppieren 17">
            <a:extLst>
              <a:ext uri="{FF2B5EF4-FFF2-40B4-BE49-F238E27FC236}">
                <a16:creationId xmlns:a16="http://schemas.microsoft.com/office/drawing/2014/main" id="{3C4E1E45-69C3-4786-BE7F-4F267FAC0AE0}"/>
              </a:ext>
            </a:extLst>
          </p:cNvPr>
          <p:cNvGrpSpPr/>
          <p:nvPr userDrawn="1"/>
        </p:nvGrpSpPr>
        <p:grpSpPr bwMode="gray">
          <a:xfrm>
            <a:off x="-217053" y="1583680"/>
            <a:ext cx="70097" cy="4356484"/>
            <a:chOff x="-456728" y="1583680"/>
            <a:chExt cx="216000" cy="4356484"/>
          </a:xfrm>
        </p:grpSpPr>
        <p:cxnSp>
          <p:nvCxnSpPr>
            <p:cNvPr id="19" name="Gerader Verbinder 18">
              <a:extLst>
                <a:ext uri="{FF2B5EF4-FFF2-40B4-BE49-F238E27FC236}">
                  <a16:creationId xmlns:a16="http://schemas.microsoft.com/office/drawing/2014/main" id="{C85D2AD9-8CD1-4EF0-9DBB-94A03FE4D8F7}"/>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6F32CCF2-B6AE-4AEF-8311-78651C8D3200}"/>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659683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itarbeiterprofil | lang |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0DF220-372F-4994-AED3-3776E2F88F98}"/>
              </a:ext>
            </a:extLst>
          </p:cNvPr>
          <p:cNvSpPr>
            <a:spLocks noGrp="1"/>
          </p:cNvSpPr>
          <p:nvPr>
            <p:ph type="title" hasCustomPrompt="1"/>
          </p:nvPr>
        </p:nvSpPr>
        <p:spPr>
          <a:xfrm>
            <a:off x="395015" y="4123352"/>
            <a:ext cx="3167997" cy="576000"/>
          </a:xfrm>
        </p:spPr>
        <p:txBody>
          <a:bodyPr/>
          <a:lstStyle>
            <a:lvl1pPr>
              <a:defRPr sz="2000"/>
            </a:lvl1pPr>
          </a:lstStyle>
          <a:p>
            <a:r>
              <a:rPr lang="de-DE" dirty="0"/>
              <a:t>Vorname Nachname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6" y="4756794"/>
            <a:ext cx="3168658" cy="288000"/>
          </a:xfrm>
        </p:spPr>
        <p:txBody>
          <a:bodyPr/>
          <a:lstStyle>
            <a:lvl1pPr marL="0" indent="0">
              <a:buFont typeface="Arial" panose="020B0604020202020204" pitchFamily="34" charset="0"/>
              <a:buNone/>
              <a:defRPr sz="1600" b="1"/>
            </a:lvl1pPr>
            <a:lvl2pPr marL="0" indent="0">
              <a:buFont typeface="Arial" panose="020B0604020202020204" pitchFamily="34" charset="0"/>
              <a:buNone/>
              <a:defRPr sz="1600" b="1"/>
            </a:lvl2pPr>
            <a:lvl3pPr marL="0" indent="0">
              <a:buNone/>
              <a:defRPr sz="1600" b="1"/>
            </a:lvl3pPr>
            <a:lvl4pPr marL="0" indent="0">
              <a:buNone/>
              <a:defRPr sz="1600" b="1"/>
            </a:lvl4pPr>
            <a:lvl5pPr marL="0" indent="0">
              <a:buNone/>
              <a:defRPr sz="1600" b="1"/>
            </a:lvl5pPr>
            <a:lvl6pPr marL="0" indent="0">
              <a:buNone/>
              <a:defRPr sz="1600" b="1"/>
            </a:lvl6pPr>
            <a:lvl7pPr marL="0" indent="0">
              <a:buNone/>
              <a:defRPr sz="1600" b="1"/>
            </a:lvl7pPr>
            <a:lvl8pPr marL="0" indent="0">
              <a:buNone/>
              <a:defRPr sz="1600" b="1"/>
            </a:lvl8pPr>
            <a:lvl9pPr marL="0" indent="0">
              <a:buNone/>
              <a:defRPr sz="1600" b="1"/>
            </a:lvl9pPr>
          </a:lstStyle>
          <a:p>
            <a:pPr lvl="0"/>
            <a:r>
              <a:rPr lang="de-DE" dirty="0"/>
              <a:t>Position</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2DFD45D6-8702-4897-A8AE-AAB58A790F28}"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1" name="Bildplatzhalter 3">
            <a:extLst>
              <a:ext uri="{FF2B5EF4-FFF2-40B4-BE49-F238E27FC236}">
                <a16:creationId xmlns:a16="http://schemas.microsoft.com/office/drawing/2014/main" id="{9A9AAFB4-2BEC-4707-851A-AE833DD29A87}"/>
              </a:ext>
            </a:extLst>
          </p:cNvPr>
          <p:cNvSpPr>
            <a:spLocks noGrp="1"/>
          </p:cNvSpPr>
          <p:nvPr>
            <p:ph type="pic" sz="quarter" idx="15" hasCustomPrompt="1"/>
          </p:nvPr>
        </p:nvSpPr>
        <p:spPr>
          <a:xfrm>
            <a:off x="395013" y="287338"/>
            <a:ext cx="3168000" cy="3672375"/>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3" name="Textplatzhalter 15">
            <a:extLst>
              <a:ext uri="{FF2B5EF4-FFF2-40B4-BE49-F238E27FC236}">
                <a16:creationId xmlns:a16="http://schemas.microsoft.com/office/drawing/2014/main" id="{2B6EA209-BBF2-403F-B72C-3C7E12F7624C}"/>
              </a:ext>
            </a:extLst>
          </p:cNvPr>
          <p:cNvSpPr>
            <a:spLocks noGrp="1"/>
          </p:cNvSpPr>
          <p:nvPr>
            <p:ph type="body" sz="quarter" idx="23" hasCustomPrompt="1"/>
          </p:nvPr>
        </p:nvSpPr>
        <p:spPr>
          <a:xfrm>
            <a:off x="395016" y="5328096"/>
            <a:ext cx="3168922" cy="612000"/>
          </a:xfrm>
        </p:spPr>
        <p:txBody>
          <a:bodyPr anchor="t" anchorCtr="0"/>
          <a:lstStyle>
            <a:lvl1pPr marL="0" indent="0">
              <a:spcBef>
                <a:spcPts val="0"/>
              </a:spcBef>
              <a:buFont typeface="Arial" panose="020B0604020202020204" pitchFamily="34" charset="0"/>
              <a:buNone/>
              <a:defRPr sz="1400" b="0"/>
            </a:lvl1pPr>
            <a:lvl2pPr marL="0" indent="0">
              <a:spcBef>
                <a:spcPts val="0"/>
              </a:spcBef>
              <a:buFont typeface="Arial"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de-DE" dirty="0" err="1"/>
              <a:t>Berufserfarung</a:t>
            </a:r>
            <a:endParaRPr lang="de-DE" dirty="0"/>
          </a:p>
        </p:txBody>
      </p:sp>
      <p:sp>
        <p:nvSpPr>
          <p:cNvPr id="17" name="Textplatzhalter 4">
            <a:extLst>
              <a:ext uri="{FF2B5EF4-FFF2-40B4-BE49-F238E27FC236}">
                <a16:creationId xmlns:a16="http://schemas.microsoft.com/office/drawing/2014/main" id="{99DE39D2-D77D-49E5-ADD6-7CB819FE4BE2}"/>
              </a:ext>
            </a:extLst>
          </p:cNvPr>
          <p:cNvSpPr>
            <a:spLocks noGrp="1"/>
          </p:cNvSpPr>
          <p:nvPr>
            <p:ph type="body" sz="quarter" idx="24" hasCustomPrompt="1"/>
          </p:nvPr>
        </p:nvSpPr>
        <p:spPr>
          <a:xfrm>
            <a:off x="3960203" y="792001"/>
            <a:ext cx="7128000" cy="5147712"/>
          </a:xfrm>
        </p:spPr>
        <p:txBody>
          <a:bodyPr numCol="1" spcCol="396000"/>
          <a:lstStyle>
            <a:lvl1pPr marL="144000" indent="-144000">
              <a:spcBef>
                <a:spcPts val="300"/>
              </a:spcBef>
              <a:defRPr sz="1200"/>
            </a:lvl1pPr>
            <a:lvl2pPr>
              <a:defRPr sz="1400" b="1"/>
            </a:lvl2pPr>
            <a:lvl3pPr marL="288000" indent="-144000">
              <a:defRPr sz="1200"/>
            </a:lvl3pPr>
            <a:lvl4pPr>
              <a:defRPr sz="1200"/>
            </a:lvl4pPr>
            <a:lvl5pPr>
              <a:defRPr sz="1200"/>
            </a:lvl5pPr>
            <a:lvl6pPr>
              <a:defRPr sz="1200"/>
            </a:lvl6pPr>
            <a:lvl7pPr>
              <a:defRPr sz="1200"/>
            </a:lvl7pPr>
            <a:lvl8pPr>
              <a:defRPr sz="1200"/>
            </a:lvl8pPr>
            <a:lvl9pPr>
              <a:defRPr sz="12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Tree>
    <p:extLst>
      <p:ext uri="{BB962C8B-B14F-4D97-AF65-F5344CB8AC3E}">
        <p14:creationId xmlns:p14="http://schemas.microsoft.com/office/powerpoint/2010/main" val="26535886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245" userDrawn="1">
          <p15:clr>
            <a:srgbClr val="A4A3A4"/>
          </p15:clr>
        </p15:guide>
        <p15:guide id="2" pos="2494" userDrawn="1">
          <p15:clr>
            <a:srgbClr val="A4A3A4"/>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itarbeiterprofil | lang |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0DF220-372F-4994-AED3-3776E2F88F98}"/>
              </a:ext>
            </a:extLst>
          </p:cNvPr>
          <p:cNvSpPr>
            <a:spLocks noGrp="1"/>
          </p:cNvSpPr>
          <p:nvPr>
            <p:ph type="title" hasCustomPrompt="1"/>
          </p:nvPr>
        </p:nvSpPr>
        <p:spPr>
          <a:xfrm>
            <a:off x="395015" y="4123352"/>
            <a:ext cx="3167997" cy="576000"/>
          </a:xfrm>
        </p:spPr>
        <p:txBody>
          <a:bodyPr/>
          <a:lstStyle>
            <a:lvl1pPr>
              <a:defRPr sz="2000"/>
            </a:lvl1pPr>
          </a:lstStyle>
          <a:p>
            <a:r>
              <a:rPr lang="de-DE" dirty="0"/>
              <a:t>Vorname Nachname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6" y="4756794"/>
            <a:ext cx="3168658" cy="288000"/>
          </a:xfrm>
        </p:spPr>
        <p:txBody>
          <a:bodyPr/>
          <a:lstStyle>
            <a:lvl1pPr marL="0" indent="0">
              <a:buFont typeface="Arial" panose="020B0604020202020204" pitchFamily="34" charset="0"/>
              <a:buNone/>
              <a:defRPr sz="1600" b="1"/>
            </a:lvl1pPr>
            <a:lvl2pPr marL="0" indent="0">
              <a:buFont typeface="Arial" panose="020B0604020202020204" pitchFamily="34" charset="0"/>
              <a:buNone/>
              <a:defRPr sz="1600" b="1"/>
            </a:lvl2pPr>
            <a:lvl3pPr marL="0" indent="0">
              <a:buNone/>
              <a:defRPr sz="1600" b="1"/>
            </a:lvl3pPr>
            <a:lvl4pPr marL="0" indent="0">
              <a:buNone/>
              <a:defRPr sz="1600" b="1"/>
            </a:lvl4pPr>
            <a:lvl5pPr marL="0" indent="0">
              <a:buNone/>
              <a:defRPr sz="1600" b="1"/>
            </a:lvl5pPr>
            <a:lvl6pPr marL="0" indent="0">
              <a:buNone/>
              <a:defRPr sz="1600" b="1"/>
            </a:lvl6pPr>
            <a:lvl7pPr marL="0" indent="0">
              <a:buNone/>
              <a:defRPr sz="1600" b="1"/>
            </a:lvl7pPr>
            <a:lvl8pPr marL="0" indent="0">
              <a:buNone/>
              <a:defRPr sz="1600" b="1"/>
            </a:lvl8pPr>
            <a:lvl9pPr marL="0" indent="0">
              <a:buNone/>
              <a:defRPr sz="1600" b="1"/>
            </a:lvl9pPr>
          </a:lstStyle>
          <a:p>
            <a:pPr lvl="0"/>
            <a:r>
              <a:rPr lang="de-DE" dirty="0"/>
              <a:t>Position</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2C07F75F-C63B-4ADF-9E2E-EF69BCA50BAB}"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1" name="Bildplatzhalter 3">
            <a:extLst>
              <a:ext uri="{FF2B5EF4-FFF2-40B4-BE49-F238E27FC236}">
                <a16:creationId xmlns:a16="http://schemas.microsoft.com/office/drawing/2014/main" id="{9A9AAFB4-2BEC-4707-851A-AE833DD29A87}"/>
              </a:ext>
            </a:extLst>
          </p:cNvPr>
          <p:cNvSpPr>
            <a:spLocks noGrp="1"/>
          </p:cNvSpPr>
          <p:nvPr>
            <p:ph type="pic" sz="quarter" idx="15" hasCustomPrompt="1"/>
          </p:nvPr>
        </p:nvSpPr>
        <p:spPr>
          <a:xfrm>
            <a:off x="395013" y="287338"/>
            <a:ext cx="3168000" cy="3672375"/>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3" name="Textplatzhalter 15">
            <a:extLst>
              <a:ext uri="{FF2B5EF4-FFF2-40B4-BE49-F238E27FC236}">
                <a16:creationId xmlns:a16="http://schemas.microsoft.com/office/drawing/2014/main" id="{2B6EA209-BBF2-403F-B72C-3C7E12F7624C}"/>
              </a:ext>
            </a:extLst>
          </p:cNvPr>
          <p:cNvSpPr>
            <a:spLocks noGrp="1"/>
          </p:cNvSpPr>
          <p:nvPr>
            <p:ph type="body" sz="quarter" idx="23" hasCustomPrompt="1"/>
          </p:nvPr>
        </p:nvSpPr>
        <p:spPr>
          <a:xfrm>
            <a:off x="395016" y="5328096"/>
            <a:ext cx="3168922" cy="612000"/>
          </a:xfrm>
        </p:spPr>
        <p:txBody>
          <a:bodyPr anchor="t" anchorCtr="0"/>
          <a:lstStyle>
            <a:lvl1pPr marL="0" indent="0">
              <a:spcBef>
                <a:spcPts val="0"/>
              </a:spcBef>
              <a:buFont typeface="Arial" panose="020B0604020202020204" pitchFamily="34" charset="0"/>
              <a:buNone/>
              <a:defRPr sz="1400" b="0"/>
            </a:lvl1pPr>
            <a:lvl2pPr marL="0" indent="0">
              <a:spcBef>
                <a:spcPts val="0"/>
              </a:spcBef>
              <a:buFont typeface="Arial"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de-DE" dirty="0" err="1"/>
              <a:t>Berufserfarung</a:t>
            </a:r>
            <a:endParaRPr lang="de-DE" dirty="0"/>
          </a:p>
        </p:txBody>
      </p:sp>
      <p:sp>
        <p:nvSpPr>
          <p:cNvPr id="17" name="Textplatzhalter 4">
            <a:extLst>
              <a:ext uri="{FF2B5EF4-FFF2-40B4-BE49-F238E27FC236}">
                <a16:creationId xmlns:a16="http://schemas.microsoft.com/office/drawing/2014/main" id="{99DE39D2-D77D-49E5-ADD6-7CB819FE4BE2}"/>
              </a:ext>
            </a:extLst>
          </p:cNvPr>
          <p:cNvSpPr>
            <a:spLocks noGrp="1"/>
          </p:cNvSpPr>
          <p:nvPr>
            <p:ph type="body" sz="quarter" idx="24" hasCustomPrompt="1"/>
          </p:nvPr>
        </p:nvSpPr>
        <p:spPr>
          <a:xfrm>
            <a:off x="3960203" y="792001"/>
            <a:ext cx="7128000" cy="5147712"/>
          </a:xfrm>
        </p:spPr>
        <p:txBody>
          <a:bodyPr numCol="2" spcCol="396000"/>
          <a:lstStyle>
            <a:lvl1pPr marL="144000" indent="-144000">
              <a:spcBef>
                <a:spcPts val="300"/>
              </a:spcBef>
              <a:defRPr sz="1200"/>
            </a:lvl1pPr>
            <a:lvl2pPr>
              <a:defRPr sz="1400" b="1"/>
            </a:lvl2pPr>
            <a:lvl3pPr marL="288000" indent="-144000">
              <a:defRPr sz="1200"/>
            </a:lvl3pPr>
            <a:lvl4pPr>
              <a:defRPr sz="1200"/>
            </a:lvl4pPr>
            <a:lvl5pPr>
              <a:defRPr sz="1200"/>
            </a:lvl5pPr>
            <a:lvl6pPr>
              <a:defRPr sz="1200"/>
            </a:lvl6pPr>
            <a:lvl7pPr>
              <a:defRPr sz="1200"/>
            </a:lvl7pPr>
            <a:lvl8pPr>
              <a:defRPr sz="1200"/>
            </a:lvl8pPr>
            <a:lvl9pPr>
              <a:defRPr sz="12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Tree>
    <p:extLst>
      <p:ext uri="{BB962C8B-B14F-4D97-AF65-F5344CB8AC3E}">
        <p14:creationId xmlns:p14="http://schemas.microsoft.com/office/powerpoint/2010/main" val="12872747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245" userDrawn="1">
          <p15:clr>
            <a:srgbClr val="A4A3A4"/>
          </p15:clr>
        </p15:guide>
        <p15:guide id="2" pos="2494" userDrawn="1">
          <p15:clr>
            <a:srgbClr val="A4A3A4"/>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itarbeiterprofil | lang | dr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0DF220-372F-4994-AED3-3776E2F88F98}"/>
              </a:ext>
            </a:extLst>
          </p:cNvPr>
          <p:cNvSpPr>
            <a:spLocks noGrp="1"/>
          </p:cNvSpPr>
          <p:nvPr>
            <p:ph type="title" hasCustomPrompt="1"/>
          </p:nvPr>
        </p:nvSpPr>
        <p:spPr>
          <a:xfrm>
            <a:off x="395016" y="4123352"/>
            <a:ext cx="2376264" cy="576000"/>
          </a:xfrm>
        </p:spPr>
        <p:txBody>
          <a:bodyPr/>
          <a:lstStyle>
            <a:lvl1pPr>
              <a:defRPr sz="2000"/>
            </a:lvl1pPr>
          </a:lstStyle>
          <a:p>
            <a:r>
              <a:rPr lang="de-DE" dirty="0"/>
              <a:t>Vorname Nachname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395016" y="4756794"/>
            <a:ext cx="2376760" cy="288000"/>
          </a:xfrm>
        </p:spPr>
        <p:txBody>
          <a:bodyPr/>
          <a:lstStyle>
            <a:lvl1pPr marL="0" indent="0">
              <a:buFont typeface="Arial" panose="020B0604020202020204" pitchFamily="34" charset="0"/>
              <a:buNone/>
              <a:defRPr sz="1600" b="1"/>
            </a:lvl1pPr>
            <a:lvl2pPr marL="0" indent="0">
              <a:buFont typeface="Arial" panose="020B0604020202020204" pitchFamily="34" charset="0"/>
              <a:buNone/>
              <a:defRPr sz="1600" b="1"/>
            </a:lvl2pPr>
            <a:lvl3pPr marL="0" indent="0">
              <a:buNone/>
              <a:defRPr sz="1600" b="1"/>
            </a:lvl3pPr>
            <a:lvl4pPr marL="0" indent="0">
              <a:buNone/>
              <a:defRPr sz="1600" b="1"/>
            </a:lvl4pPr>
            <a:lvl5pPr marL="0" indent="0">
              <a:buNone/>
              <a:defRPr sz="1600" b="1"/>
            </a:lvl5pPr>
            <a:lvl6pPr marL="0" indent="0">
              <a:buNone/>
              <a:defRPr sz="1600" b="1"/>
            </a:lvl6pPr>
            <a:lvl7pPr marL="0" indent="0">
              <a:buNone/>
              <a:defRPr sz="1600" b="1"/>
            </a:lvl7pPr>
            <a:lvl8pPr marL="0" indent="0">
              <a:buNone/>
              <a:defRPr sz="1600" b="1"/>
            </a:lvl8pPr>
            <a:lvl9pPr marL="0" indent="0">
              <a:buNone/>
              <a:defRPr sz="1600" b="1"/>
            </a:lvl9pPr>
          </a:lstStyle>
          <a:p>
            <a:pPr lvl="8"/>
            <a:r>
              <a:rPr lang="de-DE" dirty="0"/>
              <a:t>Position</a:t>
            </a:r>
          </a:p>
        </p:txBody>
      </p:sp>
      <p:sp>
        <p:nvSpPr>
          <p:cNvPr id="321" name="Datumsplatzhalter 320">
            <a:extLst>
              <a:ext uri="{FF2B5EF4-FFF2-40B4-BE49-F238E27FC236}">
                <a16:creationId xmlns:a16="http://schemas.microsoft.com/office/drawing/2014/main" id="{46595131-8E39-4766-B099-A318A8C14D05}"/>
              </a:ext>
            </a:extLst>
          </p:cNvPr>
          <p:cNvSpPr>
            <a:spLocks noGrp="1"/>
          </p:cNvSpPr>
          <p:nvPr>
            <p:ph type="dt" sz="half" idx="20"/>
          </p:nvPr>
        </p:nvSpPr>
        <p:spPr/>
        <p:txBody>
          <a:bodyPr/>
          <a:lstStyle/>
          <a:p>
            <a:fld id="{52C9CF1C-F2A0-49AE-94EF-8FFE6F4A7F1D}" type="datetime1">
              <a:rPr lang="de-DE" smtClean="0"/>
              <a:t>21.11.2022</a:t>
            </a:fld>
            <a:endParaRPr lang="de-DE" dirty="0"/>
          </a:p>
        </p:txBody>
      </p:sp>
      <p:sp>
        <p:nvSpPr>
          <p:cNvPr id="322" name="Fußzeilenplatzhalter 321">
            <a:extLst>
              <a:ext uri="{FF2B5EF4-FFF2-40B4-BE49-F238E27FC236}">
                <a16:creationId xmlns:a16="http://schemas.microsoft.com/office/drawing/2014/main" id="{F580B053-B44E-4F9F-80F8-E3EDD807D8C3}"/>
              </a:ext>
            </a:extLst>
          </p:cNvPr>
          <p:cNvSpPr>
            <a:spLocks noGrp="1"/>
          </p:cNvSpPr>
          <p:nvPr>
            <p:ph type="ftr" sz="quarter" idx="21"/>
          </p:nvPr>
        </p:nvSpPr>
        <p:spPr/>
        <p:txBody>
          <a:bodyPr/>
          <a:lstStyle/>
          <a:p>
            <a:r>
              <a:rPr lang="de-DE" dirty="0"/>
              <a:t>Titel der Präsentation</a:t>
            </a:r>
          </a:p>
        </p:txBody>
      </p:sp>
      <p:sp>
        <p:nvSpPr>
          <p:cNvPr id="323" name="Foliennummernplatzhalter 322">
            <a:extLst>
              <a:ext uri="{FF2B5EF4-FFF2-40B4-BE49-F238E27FC236}">
                <a16:creationId xmlns:a16="http://schemas.microsoft.com/office/drawing/2014/main" id="{F29CA1A6-62F8-46F6-9581-D08298CB9A90}"/>
              </a:ext>
            </a:extLst>
          </p:cNvPr>
          <p:cNvSpPr>
            <a:spLocks noGrp="1"/>
          </p:cNvSpPr>
          <p:nvPr>
            <p:ph type="sldNum" sz="quarter" idx="22"/>
          </p:nvPr>
        </p:nvSpPr>
        <p:spPr/>
        <p:txBody>
          <a:bodyPr/>
          <a:lstStyle/>
          <a:p>
            <a:fld id="{F86FCC4D-0438-154F-9910-1CF4711F776F}" type="slidenum">
              <a:rPr lang="de-DE" smtClean="0"/>
              <a:pPr/>
              <a:t>‹Nr.›</a:t>
            </a:fld>
            <a:endParaRPr lang="de-DE" dirty="0"/>
          </a:p>
        </p:txBody>
      </p:sp>
      <p:sp>
        <p:nvSpPr>
          <p:cNvPr id="11" name="Bildplatzhalter 3">
            <a:extLst>
              <a:ext uri="{FF2B5EF4-FFF2-40B4-BE49-F238E27FC236}">
                <a16:creationId xmlns:a16="http://schemas.microsoft.com/office/drawing/2014/main" id="{9A9AAFB4-2BEC-4707-851A-AE833DD29A87}"/>
              </a:ext>
            </a:extLst>
          </p:cNvPr>
          <p:cNvSpPr>
            <a:spLocks noGrp="1"/>
          </p:cNvSpPr>
          <p:nvPr>
            <p:ph type="pic" sz="quarter" idx="15" hasCustomPrompt="1"/>
          </p:nvPr>
        </p:nvSpPr>
        <p:spPr>
          <a:xfrm>
            <a:off x="395014" y="287338"/>
            <a:ext cx="2376761" cy="3672375"/>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3" name="Textplatzhalter 15">
            <a:extLst>
              <a:ext uri="{FF2B5EF4-FFF2-40B4-BE49-F238E27FC236}">
                <a16:creationId xmlns:a16="http://schemas.microsoft.com/office/drawing/2014/main" id="{2B6EA209-BBF2-403F-B72C-3C7E12F7624C}"/>
              </a:ext>
            </a:extLst>
          </p:cNvPr>
          <p:cNvSpPr>
            <a:spLocks noGrp="1"/>
          </p:cNvSpPr>
          <p:nvPr>
            <p:ph type="body" sz="quarter" idx="23" hasCustomPrompt="1"/>
          </p:nvPr>
        </p:nvSpPr>
        <p:spPr>
          <a:xfrm>
            <a:off x="395016" y="5328096"/>
            <a:ext cx="2376264" cy="612000"/>
          </a:xfrm>
        </p:spPr>
        <p:txBody>
          <a:bodyPr anchor="t" anchorCtr="0"/>
          <a:lstStyle>
            <a:lvl1pPr marL="0" indent="0">
              <a:spcBef>
                <a:spcPts val="0"/>
              </a:spcBef>
              <a:buFont typeface="Arial" panose="020B0604020202020204" pitchFamily="34" charset="0"/>
              <a:buNone/>
              <a:defRPr sz="1400" b="0"/>
            </a:lvl1pPr>
            <a:lvl2pPr marL="0" indent="0">
              <a:spcBef>
                <a:spcPts val="0"/>
              </a:spcBef>
              <a:buFont typeface="Arial"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de-DE" dirty="0" err="1"/>
              <a:t>Berufserfarung</a:t>
            </a:r>
            <a:endParaRPr lang="de-DE" dirty="0"/>
          </a:p>
        </p:txBody>
      </p:sp>
      <p:sp>
        <p:nvSpPr>
          <p:cNvPr id="17" name="Textplatzhalter 4">
            <a:extLst>
              <a:ext uri="{FF2B5EF4-FFF2-40B4-BE49-F238E27FC236}">
                <a16:creationId xmlns:a16="http://schemas.microsoft.com/office/drawing/2014/main" id="{99DE39D2-D77D-49E5-ADD6-7CB819FE4BE2}"/>
              </a:ext>
            </a:extLst>
          </p:cNvPr>
          <p:cNvSpPr>
            <a:spLocks noGrp="1"/>
          </p:cNvSpPr>
          <p:nvPr>
            <p:ph type="body" sz="quarter" idx="24" hasCustomPrompt="1"/>
          </p:nvPr>
        </p:nvSpPr>
        <p:spPr>
          <a:xfrm>
            <a:off x="3168340" y="792001"/>
            <a:ext cx="7920347" cy="5147712"/>
          </a:xfrm>
        </p:spPr>
        <p:txBody>
          <a:bodyPr numCol="3" spcCol="396000"/>
          <a:lstStyle>
            <a:lvl1pPr marL="144000" indent="-144000">
              <a:spcBef>
                <a:spcPts val="300"/>
              </a:spcBef>
              <a:defRPr sz="1200"/>
            </a:lvl1pPr>
            <a:lvl2pPr>
              <a:defRPr sz="1400" b="1"/>
            </a:lvl2pPr>
            <a:lvl3pPr marL="288000" indent="-144000">
              <a:defRPr sz="1200"/>
            </a:lvl3pPr>
            <a:lvl4pPr>
              <a:defRPr sz="1200"/>
            </a:lvl4pPr>
            <a:lvl5pPr>
              <a:defRPr sz="1200"/>
            </a:lvl5pPr>
            <a:lvl6pPr>
              <a:defRPr sz="1200"/>
            </a:lvl6pPr>
            <a:lvl7pPr>
              <a:defRPr sz="1200"/>
            </a:lvl7pPr>
            <a:lvl8pPr>
              <a:defRPr sz="1200"/>
            </a:lvl8pPr>
            <a:lvl9pPr>
              <a:defRPr sz="1200"/>
            </a:lvl9p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Tree>
    <p:extLst>
      <p:ext uri="{BB962C8B-B14F-4D97-AF65-F5344CB8AC3E}">
        <p14:creationId xmlns:p14="http://schemas.microsoft.com/office/powerpoint/2010/main" val="9806644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1995" userDrawn="1">
          <p15:clr>
            <a:srgbClr val="A4A3A4"/>
          </p15:clr>
        </p15:guide>
        <p15:guide id="2" pos="1746" userDrawn="1">
          <p15:clr>
            <a:srgbClr val="A4A3A4"/>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Kontakt | 2 Ansprechpartner">
    <p:spTree>
      <p:nvGrpSpPr>
        <p:cNvPr id="1" name=""/>
        <p:cNvGrpSpPr/>
        <p:nvPr/>
      </p:nvGrpSpPr>
      <p:grpSpPr>
        <a:xfrm>
          <a:off x="0" y="0"/>
          <a:ext cx="0" cy="0"/>
          <a:chOff x="0" y="0"/>
          <a:chExt cx="0" cy="0"/>
        </a:xfrm>
      </p:grpSpPr>
      <p:sp>
        <p:nvSpPr>
          <p:cNvPr id="30" name="Bildplatzhalter 3">
            <a:extLst>
              <a:ext uri="{FF2B5EF4-FFF2-40B4-BE49-F238E27FC236}">
                <a16:creationId xmlns:a16="http://schemas.microsoft.com/office/drawing/2014/main" id="{F266423A-B128-43CE-8732-D78FE70089D4}"/>
              </a:ext>
            </a:extLst>
          </p:cNvPr>
          <p:cNvSpPr>
            <a:spLocks noGrp="1"/>
          </p:cNvSpPr>
          <p:nvPr userDrawn="1">
            <p:ph type="pic" sz="quarter" idx="22" hasCustomPrompt="1"/>
          </p:nvPr>
        </p:nvSpPr>
        <p:spPr>
          <a:xfrm>
            <a:off x="7919851" y="1584326"/>
            <a:ext cx="3168000" cy="1979354"/>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41" name="Bildplatzhalter 3">
            <a:extLst>
              <a:ext uri="{FF2B5EF4-FFF2-40B4-BE49-F238E27FC236}">
                <a16:creationId xmlns:a16="http://schemas.microsoft.com/office/drawing/2014/main" id="{80A5D1A9-0C30-41DB-B07D-98BFC9F3C846}"/>
              </a:ext>
            </a:extLst>
          </p:cNvPr>
          <p:cNvSpPr>
            <a:spLocks noGrp="1"/>
          </p:cNvSpPr>
          <p:nvPr userDrawn="1">
            <p:ph type="pic" sz="quarter" idx="24" hasCustomPrompt="1"/>
          </p:nvPr>
        </p:nvSpPr>
        <p:spPr>
          <a:xfrm>
            <a:off x="4355455" y="1584326"/>
            <a:ext cx="3168000" cy="1979354"/>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2" name="Titel 1">
            <a:extLst>
              <a:ext uri="{FF2B5EF4-FFF2-40B4-BE49-F238E27FC236}">
                <a16:creationId xmlns:a16="http://schemas.microsoft.com/office/drawing/2014/main" id="{E4987A5F-9324-4476-9552-3F11A8919B67}"/>
              </a:ext>
            </a:extLst>
          </p:cNvPr>
          <p:cNvSpPr>
            <a:spLocks noGrp="1"/>
          </p:cNvSpPr>
          <p:nvPr userDrawn="1">
            <p:ph type="title" hasCustomPrompt="1"/>
          </p:nvPr>
        </p:nvSpPr>
        <p:spPr/>
        <p:txBody>
          <a:bodyPr/>
          <a:lstStyle/>
          <a:p>
            <a:r>
              <a:rPr lang="de-DE" dirty="0"/>
              <a:t>Ihr Projekt</a:t>
            </a:r>
          </a:p>
        </p:txBody>
      </p:sp>
      <p:sp>
        <p:nvSpPr>
          <p:cNvPr id="20" name="Textplatzhalter 15">
            <a:extLst>
              <a:ext uri="{FF2B5EF4-FFF2-40B4-BE49-F238E27FC236}">
                <a16:creationId xmlns:a16="http://schemas.microsoft.com/office/drawing/2014/main" id="{00FC9088-7820-4A70-86EA-F0BDA9162618}"/>
              </a:ext>
            </a:extLst>
          </p:cNvPr>
          <p:cNvSpPr>
            <a:spLocks noGrp="1"/>
          </p:cNvSpPr>
          <p:nvPr userDrawn="1">
            <p:ph type="body" sz="quarter" idx="29" hasCustomPrompt="1"/>
          </p:nvPr>
        </p:nvSpPr>
        <p:spPr>
          <a:xfrm>
            <a:off x="4355455" y="4715776"/>
            <a:ext cx="3168000" cy="1224000"/>
          </a:xfrm>
        </p:spPr>
        <p:txBody>
          <a:bodyPr/>
          <a:lstStyle>
            <a:lvl1pPr marL="0" indent="0">
              <a:spcBef>
                <a:spcPts val="0"/>
              </a:spcBef>
              <a:buFont typeface="Arial" panose="020B0604020202020204" pitchFamily="34" charset="0"/>
              <a:buNone/>
              <a:tabLst>
                <a:tab pos="219075" algn="l"/>
                <a:tab pos="3451225" algn="r"/>
                <a:tab pos="3887788" algn="l"/>
                <a:tab pos="7339013" algn="r"/>
                <a:tab pos="7775575" algn="l"/>
                <a:tab pos="11228388" algn="r"/>
              </a:tabLst>
              <a:defRPr sz="1200" b="0"/>
            </a:lvl1pPr>
            <a:lvl2pPr marL="0" indent="0">
              <a:spcBef>
                <a:spcPts val="0"/>
              </a:spcBef>
              <a:buFont typeface="Arial" panose="020B0604020202020204" pitchFamily="34" charset="0"/>
              <a:buNone/>
              <a:defRPr sz="1200" b="0"/>
            </a:lvl2pPr>
            <a:lvl3pPr marL="0" indent="0">
              <a:spcBef>
                <a:spcPts val="0"/>
              </a:spcBef>
              <a:buNone/>
              <a:defRPr sz="1200" b="0"/>
            </a:lvl3pPr>
            <a:lvl4pPr marL="0" indent="0">
              <a:spcBef>
                <a:spcPts val="0"/>
              </a:spcBef>
              <a:buNone/>
              <a:defRPr sz="1200" b="0"/>
            </a:lvl4pPr>
            <a:lvl5pPr marL="0" indent="0">
              <a:spcBef>
                <a:spcPts val="0"/>
              </a:spcBef>
              <a:buNone/>
              <a:defRPr sz="1200" b="0"/>
            </a:lvl5pPr>
            <a:lvl6pPr marL="0" indent="0">
              <a:spcBef>
                <a:spcPts val="0"/>
              </a:spcBef>
              <a:buNone/>
              <a:defRPr sz="1200" b="0"/>
            </a:lvl6pPr>
            <a:lvl7pPr marL="0" indent="0">
              <a:spcBef>
                <a:spcPts val="0"/>
              </a:spcBef>
              <a:buNone/>
              <a:defRPr sz="1200" b="0"/>
            </a:lvl7pPr>
            <a:lvl8pPr marL="0" indent="0">
              <a:spcBef>
                <a:spcPts val="0"/>
              </a:spcBef>
              <a:buNone/>
              <a:defRPr sz="1200" b="0"/>
            </a:lvl8pPr>
            <a:lvl9pPr marL="0" indent="0">
              <a:spcBef>
                <a:spcPts val="0"/>
              </a:spcBef>
              <a:buNone/>
              <a:defRPr sz="1200" b="0"/>
            </a:lvl9pPr>
          </a:lstStyle>
          <a:p>
            <a:pPr lvl="0"/>
            <a:r>
              <a:rPr lang="de-DE" dirty="0"/>
              <a:t>Text hinzufügen</a:t>
            </a:r>
          </a:p>
        </p:txBody>
      </p:sp>
      <p:sp>
        <p:nvSpPr>
          <p:cNvPr id="26" name="Textplatzhalter 15">
            <a:extLst>
              <a:ext uri="{FF2B5EF4-FFF2-40B4-BE49-F238E27FC236}">
                <a16:creationId xmlns:a16="http://schemas.microsoft.com/office/drawing/2014/main" id="{21E117AE-F1C7-40F1-81BB-CEA84C20AFEF}"/>
              </a:ext>
            </a:extLst>
          </p:cNvPr>
          <p:cNvSpPr>
            <a:spLocks noGrp="1"/>
          </p:cNvSpPr>
          <p:nvPr userDrawn="1">
            <p:ph type="body" sz="quarter" idx="18" hasCustomPrompt="1"/>
          </p:nvPr>
        </p:nvSpPr>
        <p:spPr>
          <a:xfrm>
            <a:off x="4355807" y="3671660"/>
            <a:ext cx="3168000" cy="504000"/>
          </a:xfrm>
        </p:spPr>
        <p:txBody>
          <a:bodyPr anchor="b" anchorCtr="0"/>
          <a:lstStyle>
            <a:lvl1pPr marL="0" indent="0">
              <a:spcBef>
                <a:spcPts val="0"/>
              </a:spcBef>
              <a:spcAft>
                <a:spcPts val="0"/>
              </a:spcAft>
              <a:buFont typeface="Arial" panose="020B0604020202020204" pitchFamily="34" charset="0"/>
              <a:buNone/>
              <a:defRPr sz="1400" b="1">
                <a:solidFill>
                  <a:schemeClr val="tx2"/>
                </a:solidFill>
              </a:defRPr>
            </a:lvl1pPr>
            <a:lvl2pPr marL="0" indent="0">
              <a:spcBef>
                <a:spcPts val="0"/>
              </a:spcBef>
              <a:buFont typeface="Arial" panose="020B0604020202020204" pitchFamily="34" charset="0"/>
              <a:buNone/>
              <a:defRPr sz="1400" b="1">
                <a:solidFill>
                  <a:schemeClr val="tx2"/>
                </a:solidFill>
              </a:defRPr>
            </a:lvl2pPr>
            <a:lvl3pPr marL="0" indent="0">
              <a:spcBef>
                <a:spcPts val="0"/>
              </a:spcBef>
              <a:buNone/>
              <a:defRPr sz="1400" b="1">
                <a:solidFill>
                  <a:schemeClr val="tx2"/>
                </a:solidFill>
              </a:defRPr>
            </a:lvl3pPr>
            <a:lvl4pPr marL="0" indent="0">
              <a:spcBef>
                <a:spcPts val="0"/>
              </a:spcBef>
              <a:buNone/>
              <a:defRPr sz="1400" b="1">
                <a:solidFill>
                  <a:schemeClr val="tx2"/>
                </a:solidFill>
              </a:defRPr>
            </a:lvl4pPr>
            <a:lvl5pPr marL="0" indent="0">
              <a:spcBef>
                <a:spcPts val="0"/>
              </a:spcBef>
              <a:buNone/>
              <a:defRPr sz="1400" b="1">
                <a:solidFill>
                  <a:schemeClr val="tx2"/>
                </a:solidFill>
              </a:defRPr>
            </a:lvl5pPr>
            <a:lvl6pPr marL="0" indent="0">
              <a:spcBef>
                <a:spcPts val="0"/>
              </a:spcBef>
              <a:buNone/>
              <a:defRPr sz="1400" b="1">
                <a:solidFill>
                  <a:schemeClr val="tx2"/>
                </a:solidFill>
              </a:defRPr>
            </a:lvl6pPr>
            <a:lvl7pPr marL="0" indent="0">
              <a:spcBef>
                <a:spcPts val="0"/>
              </a:spcBef>
              <a:buNone/>
              <a:defRPr sz="1400" b="1">
                <a:solidFill>
                  <a:schemeClr val="tx2"/>
                </a:solidFill>
              </a:defRPr>
            </a:lvl7pPr>
            <a:lvl8pPr marL="0" indent="0">
              <a:spcBef>
                <a:spcPts val="0"/>
              </a:spcBef>
              <a:buNone/>
              <a:defRPr sz="1400" b="1">
                <a:solidFill>
                  <a:schemeClr val="tx2"/>
                </a:solidFill>
              </a:defRPr>
            </a:lvl8pPr>
            <a:lvl9pPr marL="0" indent="0">
              <a:spcBef>
                <a:spcPts val="0"/>
              </a:spcBef>
              <a:buNone/>
              <a:defRPr sz="1400" b="1">
                <a:solidFill>
                  <a:schemeClr val="tx2"/>
                </a:solidFill>
              </a:defRPr>
            </a:lvl9pPr>
          </a:lstStyle>
          <a:p>
            <a:pPr lvl="0"/>
            <a:r>
              <a:rPr lang="de-DE" dirty="0"/>
              <a:t>Vorname Nachname</a:t>
            </a:r>
          </a:p>
        </p:txBody>
      </p:sp>
      <p:sp>
        <p:nvSpPr>
          <p:cNvPr id="19" name="Textplatzhalter 15">
            <a:extLst>
              <a:ext uri="{FF2B5EF4-FFF2-40B4-BE49-F238E27FC236}">
                <a16:creationId xmlns:a16="http://schemas.microsoft.com/office/drawing/2014/main" id="{08D44756-E739-4EC4-8FD0-0D8B749087B7}"/>
              </a:ext>
            </a:extLst>
          </p:cNvPr>
          <p:cNvSpPr>
            <a:spLocks noGrp="1"/>
          </p:cNvSpPr>
          <p:nvPr userDrawn="1">
            <p:ph type="body" sz="quarter" idx="34" hasCustomPrompt="1"/>
          </p:nvPr>
        </p:nvSpPr>
        <p:spPr>
          <a:xfrm>
            <a:off x="4354426" y="4230030"/>
            <a:ext cx="3168000" cy="432000"/>
          </a:xfrm>
        </p:spPr>
        <p:txBody>
          <a:bodyPr/>
          <a:lstStyle>
            <a:lvl1pPr marL="0" indent="0">
              <a:spcBef>
                <a:spcPts val="0"/>
              </a:spcBef>
              <a:spcAft>
                <a:spcPts val="0"/>
              </a:spcAft>
              <a:buFont typeface="Arial" panose="020B0604020202020204" pitchFamily="34" charset="0"/>
              <a:buNone/>
              <a:defRPr sz="1200" b="1">
                <a:solidFill>
                  <a:schemeClr val="tx1"/>
                </a:solidFill>
              </a:defRPr>
            </a:lvl1pPr>
            <a:lvl2pPr marL="0" indent="0">
              <a:spcBef>
                <a:spcPts val="0"/>
              </a:spcBef>
              <a:buFont typeface="Arial" panose="020B0604020202020204" pitchFamily="34" charset="0"/>
              <a:buNone/>
              <a:defRPr sz="1200" b="1">
                <a:solidFill>
                  <a:schemeClr val="tx1"/>
                </a:solidFill>
              </a:defRPr>
            </a:lvl2pPr>
            <a:lvl3pPr marL="0" indent="0">
              <a:spcBef>
                <a:spcPts val="0"/>
              </a:spcBef>
              <a:buNone/>
              <a:defRPr sz="1200" b="1">
                <a:solidFill>
                  <a:schemeClr val="tx1"/>
                </a:solidFill>
              </a:defRPr>
            </a:lvl3pPr>
            <a:lvl4pPr marL="0" indent="0">
              <a:spcBef>
                <a:spcPts val="0"/>
              </a:spcBef>
              <a:buNone/>
              <a:defRPr sz="1200" b="1">
                <a:solidFill>
                  <a:schemeClr val="tx1"/>
                </a:solidFill>
              </a:defRPr>
            </a:lvl4pPr>
            <a:lvl5pPr marL="0" indent="0">
              <a:spcBef>
                <a:spcPts val="0"/>
              </a:spcBef>
              <a:buNone/>
              <a:defRPr sz="1200" b="1">
                <a:solidFill>
                  <a:schemeClr val="tx1"/>
                </a:solidFill>
              </a:defRPr>
            </a:lvl5pPr>
            <a:lvl6pPr marL="0" indent="0">
              <a:spcBef>
                <a:spcPts val="0"/>
              </a:spcBef>
              <a:buNone/>
              <a:defRPr sz="1200" b="1">
                <a:solidFill>
                  <a:schemeClr val="tx1"/>
                </a:solidFill>
              </a:defRPr>
            </a:lvl6pPr>
            <a:lvl7pPr marL="0" indent="0">
              <a:spcBef>
                <a:spcPts val="0"/>
              </a:spcBef>
              <a:buNone/>
              <a:defRPr sz="1200" b="1">
                <a:solidFill>
                  <a:schemeClr val="tx1"/>
                </a:solidFill>
              </a:defRPr>
            </a:lvl7pPr>
            <a:lvl8pPr marL="0" indent="0">
              <a:spcBef>
                <a:spcPts val="0"/>
              </a:spcBef>
              <a:buNone/>
              <a:defRPr sz="1200" b="1">
                <a:solidFill>
                  <a:schemeClr val="tx1"/>
                </a:solidFill>
              </a:defRPr>
            </a:lvl8pPr>
            <a:lvl9pPr marL="0" indent="0">
              <a:spcBef>
                <a:spcPts val="0"/>
              </a:spcBef>
              <a:buNone/>
              <a:defRPr sz="1200" b="1">
                <a:solidFill>
                  <a:schemeClr val="tx1"/>
                </a:solidFill>
              </a:defRPr>
            </a:lvl9pPr>
          </a:lstStyle>
          <a:p>
            <a:pPr lvl="0"/>
            <a:r>
              <a:rPr lang="de-DE" dirty="0"/>
              <a:t>Position | Unternehmen</a:t>
            </a:r>
          </a:p>
        </p:txBody>
      </p:sp>
      <p:sp>
        <p:nvSpPr>
          <p:cNvPr id="25" name="Textplatzhalter 15">
            <a:extLst>
              <a:ext uri="{FF2B5EF4-FFF2-40B4-BE49-F238E27FC236}">
                <a16:creationId xmlns:a16="http://schemas.microsoft.com/office/drawing/2014/main" id="{6D417646-6C2A-430E-B4E6-0C6D324FEE1D}"/>
              </a:ext>
            </a:extLst>
          </p:cNvPr>
          <p:cNvSpPr>
            <a:spLocks noGrp="1"/>
          </p:cNvSpPr>
          <p:nvPr userDrawn="1">
            <p:ph type="body" sz="quarter" idx="35" hasCustomPrompt="1"/>
          </p:nvPr>
        </p:nvSpPr>
        <p:spPr>
          <a:xfrm>
            <a:off x="7919851" y="4716028"/>
            <a:ext cx="3168000" cy="1224000"/>
          </a:xfrm>
        </p:spPr>
        <p:txBody>
          <a:bodyPr/>
          <a:lstStyle>
            <a:lvl1pPr marL="0" indent="0">
              <a:spcBef>
                <a:spcPts val="0"/>
              </a:spcBef>
              <a:buFont typeface="Arial" panose="020B0604020202020204" pitchFamily="34" charset="0"/>
              <a:buNone/>
              <a:tabLst>
                <a:tab pos="219075" algn="l"/>
                <a:tab pos="3451225" algn="r"/>
                <a:tab pos="3887788" algn="l"/>
                <a:tab pos="7339013" algn="r"/>
                <a:tab pos="7775575" algn="l"/>
                <a:tab pos="11228388" algn="r"/>
              </a:tabLst>
              <a:defRPr sz="1200" b="0"/>
            </a:lvl1pPr>
            <a:lvl2pPr marL="0" indent="0">
              <a:spcBef>
                <a:spcPts val="0"/>
              </a:spcBef>
              <a:buFont typeface="Arial" panose="020B0604020202020204" pitchFamily="34" charset="0"/>
              <a:buNone/>
              <a:defRPr sz="1200" b="0"/>
            </a:lvl2pPr>
            <a:lvl3pPr marL="0" indent="0">
              <a:spcBef>
                <a:spcPts val="0"/>
              </a:spcBef>
              <a:buNone/>
              <a:defRPr sz="1200" b="0"/>
            </a:lvl3pPr>
            <a:lvl4pPr marL="0" indent="0">
              <a:spcBef>
                <a:spcPts val="0"/>
              </a:spcBef>
              <a:buNone/>
              <a:defRPr sz="1200" b="0"/>
            </a:lvl4pPr>
            <a:lvl5pPr marL="0" indent="0">
              <a:spcBef>
                <a:spcPts val="0"/>
              </a:spcBef>
              <a:buNone/>
              <a:defRPr sz="1200" b="0"/>
            </a:lvl5pPr>
            <a:lvl6pPr marL="0" indent="0">
              <a:spcBef>
                <a:spcPts val="0"/>
              </a:spcBef>
              <a:buNone/>
              <a:defRPr sz="1200" b="0"/>
            </a:lvl6pPr>
            <a:lvl7pPr marL="0" indent="0">
              <a:spcBef>
                <a:spcPts val="0"/>
              </a:spcBef>
              <a:buNone/>
              <a:defRPr sz="1200" b="0"/>
            </a:lvl7pPr>
            <a:lvl8pPr marL="0" indent="0">
              <a:spcBef>
                <a:spcPts val="0"/>
              </a:spcBef>
              <a:buNone/>
              <a:defRPr sz="1200" b="0"/>
            </a:lvl8pPr>
            <a:lvl9pPr marL="0" indent="0">
              <a:spcBef>
                <a:spcPts val="0"/>
              </a:spcBef>
              <a:buNone/>
              <a:defRPr sz="1200" b="0"/>
            </a:lvl9pPr>
          </a:lstStyle>
          <a:p>
            <a:pPr lvl="0"/>
            <a:r>
              <a:rPr lang="de-DE" dirty="0"/>
              <a:t>Text hinzufügen</a:t>
            </a:r>
          </a:p>
        </p:txBody>
      </p:sp>
      <p:sp>
        <p:nvSpPr>
          <p:cNvPr id="27" name="Textplatzhalter 15">
            <a:extLst>
              <a:ext uri="{FF2B5EF4-FFF2-40B4-BE49-F238E27FC236}">
                <a16:creationId xmlns:a16="http://schemas.microsoft.com/office/drawing/2014/main" id="{10F19AB8-E7AD-4C3E-926A-E21DA6603F94}"/>
              </a:ext>
            </a:extLst>
          </p:cNvPr>
          <p:cNvSpPr>
            <a:spLocks noGrp="1"/>
          </p:cNvSpPr>
          <p:nvPr userDrawn="1">
            <p:ph type="body" sz="quarter" idx="36" hasCustomPrompt="1"/>
          </p:nvPr>
        </p:nvSpPr>
        <p:spPr>
          <a:xfrm>
            <a:off x="7920203" y="3671912"/>
            <a:ext cx="3168000" cy="504000"/>
          </a:xfrm>
        </p:spPr>
        <p:txBody>
          <a:bodyPr anchor="b" anchorCtr="0"/>
          <a:lstStyle>
            <a:lvl1pPr marL="0" indent="0">
              <a:spcBef>
                <a:spcPts val="0"/>
              </a:spcBef>
              <a:spcAft>
                <a:spcPts val="0"/>
              </a:spcAft>
              <a:buFont typeface="Arial" panose="020B0604020202020204" pitchFamily="34" charset="0"/>
              <a:buNone/>
              <a:defRPr sz="1400" b="1">
                <a:solidFill>
                  <a:schemeClr val="tx2"/>
                </a:solidFill>
              </a:defRPr>
            </a:lvl1pPr>
            <a:lvl2pPr marL="0" indent="0">
              <a:spcBef>
                <a:spcPts val="0"/>
              </a:spcBef>
              <a:buFont typeface="Arial" panose="020B0604020202020204" pitchFamily="34" charset="0"/>
              <a:buNone/>
              <a:defRPr sz="1400" b="1">
                <a:solidFill>
                  <a:schemeClr val="tx2"/>
                </a:solidFill>
              </a:defRPr>
            </a:lvl2pPr>
            <a:lvl3pPr marL="0" indent="0">
              <a:spcBef>
                <a:spcPts val="0"/>
              </a:spcBef>
              <a:buNone/>
              <a:defRPr sz="1400" b="1">
                <a:solidFill>
                  <a:schemeClr val="tx2"/>
                </a:solidFill>
              </a:defRPr>
            </a:lvl3pPr>
            <a:lvl4pPr marL="0" indent="0">
              <a:spcBef>
                <a:spcPts val="0"/>
              </a:spcBef>
              <a:buNone/>
              <a:defRPr sz="1400" b="1">
                <a:solidFill>
                  <a:schemeClr val="tx2"/>
                </a:solidFill>
              </a:defRPr>
            </a:lvl4pPr>
            <a:lvl5pPr marL="0" indent="0">
              <a:spcBef>
                <a:spcPts val="0"/>
              </a:spcBef>
              <a:buNone/>
              <a:defRPr sz="1400" b="1">
                <a:solidFill>
                  <a:schemeClr val="tx2"/>
                </a:solidFill>
              </a:defRPr>
            </a:lvl5pPr>
            <a:lvl6pPr marL="0" indent="0">
              <a:spcBef>
                <a:spcPts val="0"/>
              </a:spcBef>
              <a:buNone/>
              <a:defRPr sz="1400" b="1">
                <a:solidFill>
                  <a:schemeClr val="tx2"/>
                </a:solidFill>
              </a:defRPr>
            </a:lvl6pPr>
            <a:lvl7pPr marL="0" indent="0">
              <a:spcBef>
                <a:spcPts val="0"/>
              </a:spcBef>
              <a:buNone/>
              <a:defRPr sz="1400" b="1">
                <a:solidFill>
                  <a:schemeClr val="tx2"/>
                </a:solidFill>
              </a:defRPr>
            </a:lvl7pPr>
            <a:lvl8pPr marL="0" indent="0">
              <a:spcBef>
                <a:spcPts val="0"/>
              </a:spcBef>
              <a:buNone/>
              <a:defRPr sz="1400" b="1">
                <a:solidFill>
                  <a:schemeClr val="tx2"/>
                </a:solidFill>
              </a:defRPr>
            </a:lvl8pPr>
            <a:lvl9pPr marL="0" indent="0">
              <a:spcBef>
                <a:spcPts val="0"/>
              </a:spcBef>
              <a:buNone/>
              <a:defRPr sz="1400" b="1">
                <a:solidFill>
                  <a:schemeClr val="tx2"/>
                </a:solidFill>
              </a:defRPr>
            </a:lvl9pPr>
          </a:lstStyle>
          <a:p>
            <a:pPr lvl="0"/>
            <a:r>
              <a:rPr lang="de-DE" dirty="0"/>
              <a:t>Vorname Nachname</a:t>
            </a:r>
          </a:p>
        </p:txBody>
      </p:sp>
      <p:sp>
        <p:nvSpPr>
          <p:cNvPr id="28" name="Textplatzhalter 15">
            <a:extLst>
              <a:ext uri="{FF2B5EF4-FFF2-40B4-BE49-F238E27FC236}">
                <a16:creationId xmlns:a16="http://schemas.microsoft.com/office/drawing/2014/main" id="{04A7E7AE-24CC-4ADB-A931-AF8DEC94E168}"/>
              </a:ext>
            </a:extLst>
          </p:cNvPr>
          <p:cNvSpPr>
            <a:spLocks noGrp="1"/>
          </p:cNvSpPr>
          <p:nvPr userDrawn="1">
            <p:ph type="body" sz="quarter" idx="37" hasCustomPrompt="1"/>
          </p:nvPr>
        </p:nvSpPr>
        <p:spPr>
          <a:xfrm>
            <a:off x="7918822" y="4230282"/>
            <a:ext cx="3168000" cy="432000"/>
          </a:xfrm>
        </p:spPr>
        <p:txBody>
          <a:bodyPr/>
          <a:lstStyle>
            <a:lvl1pPr marL="0" indent="0">
              <a:spcBef>
                <a:spcPts val="0"/>
              </a:spcBef>
              <a:spcAft>
                <a:spcPts val="0"/>
              </a:spcAft>
              <a:buFont typeface="Arial" panose="020B0604020202020204" pitchFamily="34" charset="0"/>
              <a:buNone/>
              <a:defRPr sz="1200" b="1">
                <a:solidFill>
                  <a:schemeClr val="tx1"/>
                </a:solidFill>
              </a:defRPr>
            </a:lvl1pPr>
            <a:lvl2pPr marL="0" indent="0">
              <a:spcBef>
                <a:spcPts val="0"/>
              </a:spcBef>
              <a:buFont typeface="Arial" panose="020B0604020202020204" pitchFamily="34" charset="0"/>
              <a:buNone/>
              <a:defRPr sz="1200" b="1">
                <a:solidFill>
                  <a:schemeClr val="tx1"/>
                </a:solidFill>
              </a:defRPr>
            </a:lvl2pPr>
            <a:lvl3pPr marL="0" indent="0">
              <a:spcBef>
                <a:spcPts val="0"/>
              </a:spcBef>
              <a:buNone/>
              <a:defRPr sz="1200" b="1">
                <a:solidFill>
                  <a:schemeClr val="tx1"/>
                </a:solidFill>
              </a:defRPr>
            </a:lvl3pPr>
            <a:lvl4pPr marL="0" indent="0">
              <a:spcBef>
                <a:spcPts val="0"/>
              </a:spcBef>
              <a:buNone/>
              <a:defRPr sz="1200" b="1">
                <a:solidFill>
                  <a:schemeClr val="tx1"/>
                </a:solidFill>
              </a:defRPr>
            </a:lvl4pPr>
            <a:lvl5pPr marL="0" indent="0">
              <a:spcBef>
                <a:spcPts val="0"/>
              </a:spcBef>
              <a:buNone/>
              <a:defRPr sz="1200" b="1">
                <a:solidFill>
                  <a:schemeClr val="tx1"/>
                </a:solidFill>
              </a:defRPr>
            </a:lvl5pPr>
            <a:lvl6pPr marL="0" indent="0">
              <a:spcBef>
                <a:spcPts val="0"/>
              </a:spcBef>
              <a:buNone/>
              <a:defRPr sz="1200" b="1">
                <a:solidFill>
                  <a:schemeClr val="tx1"/>
                </a:solidFill>
              </a:defRPr>
            </a:lvl6pPr>
            <a:lvl7pPr marL="0" indent="0">
              <a:spcBef>
                <a:spcPts val="0"/>
              </a:spcBef>
              <a:buNone/>
              <a:defRPr sz="1200" b="1">
                <a:solidFill>
                  <a:schemeClr val="tx1"/>
                </a:solidFill>
              </a:defRPr>
            </a:lvl7pPr>
            <a:lvl8pPr marL="0" indent="0">
              <a:spcBef>
                <a:spcPts val="0"/>
              </a:spcBef>
              <a:buNone/>
              <a:defRPr sz="1200" b="1">
                <a:solidFill>
                  <a:schemeClr val="tx1"/>
                </a:solidFill>
              </a:defRPr>
            </a:lvl8pPr>
            <a:lvl9pPr marL="0" indent="0">
              <a:spcBef>
                <a:spcPts val="0"/>
              </a:spcBef>
              <a:buNone/>
              <a:defRPr sz="1200" b="1">
                <a:solidFill>
                  <a:schemeClr val="tx1"/>
                </a:solidFill>
              </a:defRPr>
            </a:lvl9pPr>
          </a:lstStyle>
          <a:p>
            <a:pPr lvl="0"/>
            <a:r>
              <a:rPr lang="de-DE" dirty="0"/>
              <a:t>Position | Unternehmen</a:t>
            </a:r>
          </a:p>
        </p:txBody>
      </p:sp>
      <p:grpSp>
        <p:nvGrpSpPr>
          <p:cNvPr id="21" name="Gruppieren 20">
            <a:extLst>
              <a:ext uri="{FF2B5EF4-FFF2-40B4-BE49-F238E27FC236}">
                <a16:creationId xmlns:a16="http://schemas.microsoft.com/office/drawing/2014/main" id="{4A57CF4C-7170-1949-B244-7168687B6B12}"/>
              </a:ext>
            </a:extLst>
          </p:cNvPr>
          <p:cNvGrpSpPr/>
          <p:nvPr userDrawn="1"/>
        </p:nvGrpSpPr>
        <p:grpSpPr>
          <a:xfrm>
            <a:off x="0" y="3167856"/>
            <a:ext cx="1583494" cy="3167857"/>
            <a:chOff x="0" y="3167856"/>
            <a:chExt cx="1583494" cy="3167857"/>
          </a:xfrm>
        </p:grpSpPr>
        <p:sp>
          <p:nvSpPr>
            <p:cNvPr id="22" name="Rechteck 21">
              <a:extLst>
                <a:ext uri="{FF2B5EF4-FFF2-40B4-BE49-F238E27FC236}">
                  <a16:creationId xmlns:a16="http://schemas.microsoft.com/office/drawing/2014/main" id="{BF088DE5-76DD-7247-8B56-05A70962A1A7}"/>
                </a:ext>
              </a:extLst>
            </p:cNvPr>
            <p:cNvSpPr/>
            <p:nvPr userDrawn="1"/>
          </p:nvSpPr>
          <p:spPr bwMode="gray">
            <a:xfrm rot="10800000">
              <a:off x="791409" y="4751872"/>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23" name="Rechteck 22">
              <a:extLst>
                <a:ext uri="{FF2B5EF4-FFF2-40B4-BE49-F238E27FC236}">
                  <a16:creationId xmlns:a16="http://schemas.microsoft.com/office/drawing/2014/main" id="{22AA445B-E5AE-6C4E-80FA-5A79DBDEED64}"/>
                </a:ext>
              </a:extLst>
            </p:cNvPr>
            <p:cNvSpPr/>
            <p:nvPr userDrawn="1"/>
          </p:nvSpPr>
          <p:spPr bwMode="gray">
            <a:xfrm rot="10800000">
              <a:off x="1" y="554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24" name="Rechteck 23">
              <a:extLst>
                <a:ext uri="{FF2B5EF4-FFF2-40B4-BE49-F238E27FC236}">
                  <a16:creationId xmlns:a16="http://schemas.microsoft.com/office/drawing/2014/main" id="{C7F3B1AD-890A-8242-8E01-EA8B79F5C9EB}"/>
                </a:ext>
              </a:extLst>
            </p:cNvPr>
            <p:cNvSpPr/>
            <p:nvPr userDrawn="1"/>
          </p:nvSpPr>
          <p:spPr bwMode="gray">
            <a:xfrm rot="10800000">
              <a:off x="0" y="3167856"/>
              <a:ext cx="792085" cy="828092"/>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29" name="Textfeld 28">
              <a:extLst>
                <a:ext uri="{FF2B5EF4-FFF2-40B4-BE49-F238E27FC236}">
                  <a16:creationId xmlns:a16="http://schemas.microsoft.com/office/drawing/2014/main" id="{3E848613-46FE-1D43-8440-C69EAC8AE160}"/>
                </a:ext>
              </a:extLst>
            </p:cNvPr>
            <p:cNvSpPr txBox="1"/>
            <p:nvPr userDrawn="1"/>
          </p:nvSpPr>
          <p:spPr>
            <a:xfrm>
              <a:off x="609600" y="5192486"/>
              <a:ext cx="0" cy="0"/>
            </a:xfrm>
            <a:prstGeom prst="rect">
              <a:avLst/>
            </a:prstGeom>
            <a:noFill/>
          </p:spPr>
          <p:txBody>
            <a:bodyPr wrap="none" lIns="0" tIns="0" rIns="0" bIns="0" rtlCol="0">
              <a:noAutofit/>
            </a:bodyPr>
            <a:lstStyle/>
            <a:p>
              <a:pPr marL="144000" indent="-144000" algn="l">
                <a:spcBef>
                  <a:spcPts val="60"/>
                </a:spcBef>
                <a:buSzPct val="100000"/>
                <a:buFont typeface="Wingdings" panose="05000000000000000000" pitchFamily="2" charset="2"/>
                <a:buChar char="§"/>
              </a:pPr>
              <a:endParaRPr lang="de-DE" sz="1400" dirty="0"/>
            </a:p>
          </p:txBody>
        </p:sp>
        <p:sp>
          <p:nvSpPr>
            <p:cNvPr id="31" name="Rechteck 30">
              <a:extLst>
                <a:ext uri="{FF2B5EF4-FFF2-40B4-BE49-F238E27FC236}">
                  <a16:creationId xmlns:a16="http://schemas.microsoft.com/office/drawing/2014/main" id="{677BB3C3-8119-3F4C-A9EF-238AD3CCF1A9}"/>
                </a:ext>
              </a:extLst>
            </p:cNvPr>
            <p:cNvSpPr/>
            <p:nvPr userDrawn="1"/>
          </p:nvSpPr>
          <p:spPr bwMode="gray">
            <a:xfrm rot="10800000">
              <a:off x="1" y="3960032"/>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sp>
        <p:nvSpPr>
          <p:cNvPr id="3" name="Datumsplatzhalter 2">
            <a:extLst>
              <a:ext uri="{FF2B5EF4-FFF2-40B4-BE49-F238E27FC236}">
                <a16:creationId xmlns:a16="http://schemas.microsoft.com/office/drawing/2014/main" id="{1B511435-2D98-F542-804F-4ED015B8EC67}"/>
              </a:ext>
            </a:extLst>
          </p:cNvPr>
          <p:cNvSpPr>
            <a:spLocks noGrp="1"/>
          </p:cNvSpPr>
          <p:nvPr>
            <p:ph type="dt" sz="half" idx="38"/>
          </p:nvPr>
        </p:nvSpPr>
        <p:spPr/>
        <p:txBody>
          <a:bodyPr/>
          <a:lstStyle/>
          <a:p>
            <a:fld id="{029B9DB6-AD97-41EF-A73B-AB5745E7E129}" type="datetime1">
              <a:rPr lang="de-DE" smtClean="0"/>
              <a:t>21.11.2022</a:t>
            </a:fld>
            <a:endParaRPr lang="de-DE" dirty="0"/>
          </a:p>
        </p:txBody>
      </p:sp>
      <p:sp>
        <p:nvSpPr>
          <p:cNvPr id="4" name="Fußzeilenplatzhalter 3">
            <a:extLst>
              <a:ext uri="{FF2B5EF4-FFF2-40B4-BE49-F238E27FC236}">
                <a16:creationId xmlns:a16="http://schemas.microsoft.com/office/drawing/2014/main" id="{40D20FD8-FFD9-7B4D-AFDB-06C4B951D558}"/>
              </a:ext>
            </a:extLst>
          </p:cNvPr>
          <p:cNvSpPr>
            <a:spLocks noGrp="1"/>
          </p:cNvSpPr>
          <p:nvPr>
            <p:ph type="ftr" sz="quarter" idx="39"/>
          </p:nvPr>
        </p:nvSpPr>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60CFA594-EB86-B440-A5FD-CB4BA1C37FEA}"/>
              </a:ext>
            </a:extLst>
          </p:cNvPr>
          <p:cNvSpPr>
            <a:spLocks noGrp="1"/>
          </p:cNvSpPr>
          <p:nvPr>
            <p:ph type="sldNum" sz="quarter" idx="40"/>
          </p:nvPr>
        </p:nvSpPr>
        <p:spPr/>
        <p:txBody>
          <a:bodyPr/>
          <a:lstStyle/>
          <a:p>
            <a:fld id="{F86FCC4D-0438-154F-9910-1CF4711F776F}" type="slidenum">
              <a:rPr lang="de-DE" smtClean="0"/>
              <a:pPr/>
              <a:t>‹Nr.›</a:t>
            </a:fld>
            <a:endParaRPr lang="de-DE" dirty="0"/>
          </a:p>
        </p:txBody>
      </p:sp>
    </p:spTree>
    <p:extLst>
      <p:ext uri="{BB962C8B-B14F-4D97-AF65-F5344CB8AC3E}">
        <p14:creationId xmlns:p14="http://schemas.microsoft.com/office/powerpoint/2010/main" val="8383298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Kontakt | 3 Ansprechpartner">
    <p:spTree>
      <p:nvGrpSpPr>
        <p:cNvPr id="1" name=""/>
        <p:cNvGrpSpPr/>
        <p:nvPr/>
      </p:nvGrpSpPr>
      <p:grpSpPr>
        <a:xfrm>
          <a:off x="0" y="0"/>
          <a:ext cx="0" cy="0"/>
          <a:chOff x="0" y="0"/>
          <a:chExt cx="0" cy="0"/>
        </a:xfrm>
      </p:grpSpPr>
      <p:sp>
        <p:nvSpPr>
          <p:cNvPr id="40" name="Bildplatzhalter 3">
            <a:extLst>
              <a:ext uri="{FF2B5EF4-FFF2-40B4-BE49-F238E27FC236}">
                <a16:creationId xmlns:a16="http://schemas.microsoft.com/office/drawing/2014/main" id="{4B5933E8-EC31-46FB-BEAE-2A5C53B839B7}"/>
              </a:ext>
            </a:extLst>
          </p:cNvPr>
          <p:cNvSpPr>
            <a:spLocks noGrp="1"/>
          </p:cNvSpPr>
          <p:nvPr>
            <p:ph type="pic" sz="quarter" idx="23" hasCustomPrompt="1"/>
          </p:nvPr>
        </p:nvSpPr>
        <p:spPr>
          <a:xfrm>
            <a:off x="2731589" y="1584325"/>
            <a:ext cx="2520000" cy="1835849"/>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2" name="Titel 1">
            <a:extLst>
              <a:ext uri="{FF2B5EF4-FFF2-40B4-BE49-F238E27FC236}">
                <a16:creationId xmlns:a16="http://schemas.microsoft.com/office/drawing/2014/main" id="{1C1F8FBC-0477-4E3A-9B05-31DD20904B64}"/>
              </a:ext>
            </a:extLst>
          </p:cNvPr>
          <p:cNvSpPr>
            <a:spLocks noGrp="1"/>
          </p:cNvSpPr>
          <p:nvPr>
            <p:ph type="title" hasCustomPrompt="1"/>
          </p:nvPr>
        </p:nvSpPr>
        <p:spPr/>
        <p:txBody>
          <a:bodyPr/>
          <a:lstStyle/>
          <a:p>
            <a:r>
              <a:rPr lang="de-DE" dirty="0"/>
              <a:t>Ihr Projekt</a:t>
            </a:r>
          </a:p>
        </p:txBody>
      </p:sp>
      <p:sp>
        <p:nvSpPr>
          <p:cNvPr id="20" name="Textplatzhalter 15">
            <a:extLst>
              <a:ext uri="{FF2B5EF4-FFF2-40B4-BE49-F238E27FC236}">
                <a16:creationId xmlns:a16="http://schemas.microsoft.com/office/drawing/2014/main" id="{F3D23A45-3D44-42DE-9ACF-B8DA0537E97A}"/>
              </a:ext>
            </a:extLst>
          </p:cNvPr>
          <p:cNvSpPr>
            <a:spLocks noGrp="1"/>
          </p:cNvSpPr>
          <p:nvPr>
            <p:ph type="body" sz="quarter" idx="29" hasCustomPrompt="1"/>
          </p:nvPr>
        </p:nvSpPr>
        <p:spPr>
          <a:xfrm>
            <a:off x="2731589" y="4571888"/>
            <a:ext cx="2520000" cy="1368538"/>
          </a:xfrm>
        </p:spPr>
        <p:txBody>
          <a:bodyPr/>
          <a:lstStyle>
            <a:lvl1pPr marL="0" indent="0">
              <a:spcBef>
                <a:spcPts val="0"/>
              </a:spcBef>
              <a:buFont typeface="Arial" panose="020B0604020202020204" pitchFamily="34" charset="0"/>
              <a:buNone/>
              <a:tabLst>
                <a:tab pos="219075" algn="l"/>
                <a:tab pos="3451225" algn="r"/>
                <a:tab pos="3887788" algn="l"/>
                <a:tab pos="7339013" algn="r"/>
                <a:tab pos="7775575" algn="l"/>
                <a:tab pos="11228388" algn="r"/>
              </a:tabLst>
              <a:defRPr sz="1200" b="0"/>
            </a:lvl1pPr>
            <a:lvl2pPr marL="0" indent="0">
              <a:spcBef>
                <a:spcPts val="0"/>
              </a:spcBef>
              <a:buFont typeface="Arial" panose="020B0604020202020204" pitchFamily="34" charset="0"/>
              <a:buNone/>
              <a:defRPr sz="1200" b="0"/>
            </a:lvl2pPr>
            <a:lvl3pPr marL="0" indent="0">
              <a:spcBef>
                <a:spcPts val="0"/>
              </a:spcBef>
              <a:buNone/>
              <a:defRPr sz="1200" b="0"/>
            </a:lvl3pPr>
            <a:lvl4pPr marL="0" indent="0">
              <a:spcBef>
                <a:spcPts val="0"/>
              </a:spcBef>
              <a:buNone/>
              <a:defRPr sz="1200" b="0"/>
            </a:lvl4pPr>
            <a:lvl5pPr marL="0" indent="0">
              <a:spcBef>
                <a:spcPts val="0"/>
              </a:spcBef>
              <a:buNone/>
              <a:defRPr sz="1200" b="0"/>
            </a:lvl5pPr>
            <a:lvl6pPr marL="0" indent="0">
              <a:spcBef>
                <a:spcPts val="0"/>
              </a:spcBef>
              <a:buNone/>
              <a:defRPr sz="1200" b="0"/>
            </a:lvl6pPr>
            <a:lvl7pPr marL="0" indent="0">
              <a:spcBef>
                <a:spcPts val="0"/>
              </a:spcBef>
              <a:buNone/>
              <a:defRPr sz="1200" b="0"/>
            </a:lvl7pPr>
            <a:lvl8pPr marL="0" indent="0">
              <a:spcBef>
                <a:spcPts val="0"/>
              </a:spcBef>
              <a:buNone/>
              <a:defRPr sz="1200" b="0"/>
            </a:lvl8pPr>
            <a:lvl9pPr marL="0" indent="0">
              <a:spcBef>
                <a:spcPts val="0"/>
              </a:spcBef>
              <a:buNone/>
              <a:defRPr sz="1200" b="0"/>
            </a:lvl9pPr>
          </a:lstStyle>
          <a:p>
            <a:pPr lvl="0"/>
            <a:r>
              <a:rPr lang="de-DE" dirty="0"/>
              <a:t>Text hinzufügen</a:t>
            </a:r>
          </a:p>
        </p:txBody>
      </p:sp>
      <p:sp>
        <p:nvSpPr>
          <p:cNvPr id="21" name="Textplatzhalter 15">
            <a:extLst>
              <a:ext uri="{FF2B5EF4-FFF2-40B4-BE49-F238E27FC236}">
                <a16:creationId xmlns:a16="http://schemas.microsoft.com/office/drawing/2014/main" id="{AA856265-DCBB-4792-8B0A-55E0859F4642}"/>
              </a:ext>
            </a:extLst>
          </p:cNvPr>
          <p:cNvSpPr>
            <a:spLocks noGrp="1"/>
          </p:cNvSpPr>
          <p:nvPr>
            <p:ph type="body" sz="quarter" idx="18" hasCustomPrompt="1"/>
          </p:nvPr>
        </p:nvSpPr>
        <p:spPr>
          <a:xfrm>
            <a:off x="2731589" y="3527772"/>
            <a:ext cx="2520000" cy="504000"/>
          </a:xfrm>
        </p:spPr>
        <p:txBody>
          <a:bodyPr anchor="b" anchorCtr="0"/>
          <a:lstStyle>
            <a:lvl1pPr marL="0" indent="0">
              <a:spcBef>
                <a:spcPts val="0"/>
              </a:spcBef>
              <a:spcAft>
                <a:spcPts val="0"/>
              </a:spcAft>
              <a:buFont typeface="Arial" panose="020B0604020202020204" pitchFamily="34" charset="0"/>
              <a:buNone/>
              <a:defRPr sz="1400" b="1">
                <a:solidFill>
                  <a:schemeClr val="tx2"/>
                </a:solidFill>
              </a:defRPr>
            </a:lvl1pPr>
            <a:lvl2pPr marL="0" indent="0">
              <a:spcBef>
                <a:spcPts val="0"/>
              </a:spcBef>
              <a:buFont typeface="Arial" panose="020B0604020202020204" pitchFamily="34" charset="0"/>
              <a:buNone/>
              <a:defRPr sz="1400" b="1">
                <a:solidFill>
                  <a:schemeClr val="tx2"/>
                </a:solidFill>
              </a:defRPr>
            </a:lvl2pPr>
            <a:lvl3pPr marL="0" indent="0">
              <a:spcBef>
                <a:spcPts val="0"/>
              </a:spcBef>
              <a:buNone/>
              <a:defRPr sz="1400" b="1">
                <a:solidFill>
                  <a:schemeClr val="tx2"/>
                </a:solidFill>
              </a:defRPr>
            </a:lvl3pPr>
            <a:lvl4pPr marL="0" indent="0">
              <a:spcBef>
                <a:spcPts val="0"/>
              </a:spcBef>
              <a:buNone/>
              <a:defRPr sz="1400" b="1">
                <a:solidFill>
                  <a:schemeClr val="tx2"/>
                </a:solidFill>
              </a:defRPr>
            </a:lvl4pPr>
            <a:lvl5pPr marL="0" indent="0">
              <a:spcBef>
                <a:spcPts val="0"/>
              </a:spcBef>
              <a:buNone/>
              <a:defRPr sz="1400" b="1">
                <a:solidFill>
                  <a:schemeClr val="tx2"/>
                </a:solidFill>
              </a:defRPr>
            </a:lvl5pPr>
            <a:lvl6pPr marL="0" indent="0">
              <a:spcBef>
                <a:spcPts val="0"/>
              </a:spcBef>
              <a:buNone/>
              <a:defRPr sz="1400" b="1">
                <a:solidFill>
                  <a:schemeClr val="tx2"/>
                </a:solidFill>
              </a:defRPr>
            </a:lvl6pPr>
            <a:lvl7pPr marL="0" indent="0">
              <a:spcBef>
                <a:spcPts val="0"/>
              </a:spcBef>
              <a:buNone/>
              <a:defRPr sz="1400" b="1">
                <a:solidFill>
                  <a:schemeClr val="tx2"/>
                </a:solidFill>
              </a:defRPr>
            </a:lvl7pPr>
            <a:lvl8pPr marL="0" indent="0">
              <a:spcBef>
                <a:spcPts val="0"/>
              </a:spcBef>
              <a:buNone/>
              <a:defRPr sz="1400" b="1">
                <a:solidFill>
                  <a:schemeClr val="tx2"/>
                </a:solidFill>
              </a:defRPr>
            </a:lvl8pPr>
            <a:lvl9pPr marL="0" indent="0">
              <a:spcBef>
                <a:spcPts val="0"/>
              </a:spcBef>
              <a:buNone/>
              <a:defRPr sz="1400" b="1">
                <a:solidFill>
                  <a:schemeClr val="tx2"/>
                </a:solidFill>
              </a:defRPr>
            </a:lvl9pPr>
          </a:lstStyle>
          <a:p>
            <a:pPr lvl="0"/>
            <a:r>
              <a:rPr lang="de-DE" dirty="0"/>
              <a:t>Vorname Nachname</a:t>
            </a:r>
          </a:p>
        </p:txBody>
      </p:sp>
      <p:sp>
        <p:nvSpPr>
          <p:cNvPr id="22" name="Textplatzhalter 15">
            <a:extLst>
              <a:ext uri="{FF2B5EF4-FFF2-40B4-BE49-F238E27FC236}">
                <a16:creationId xmlns:a16="http://schemas.microsoft.com/office/drawing/2014/main" id="{434D06A6-03D0-4020-B3D6-992FE6441DAB}"/>
              </a:ext>
            </a:extLst>
          </p:cNvPr>
          <p:cNvSpPr>
            <a:spLocks noGrp="1"/>
          </p:cNvSpPr>
          <p:nvPr>
            <p:ph type="body" sz="quarter" idx="36" hasCustomPrompt="1"/>
          </p:nvPr>
        </p:nvSpPr>
        <p:spPr>
          <a:xfrm>
            <a:off x="2731589" y="4086142"/>
            <a:ext cx="2520000" cy="432000"/>
          </a:xfrm>
        </p:spPr>
        <p:txBody>
          <a:bodyPr/>
          <a:lstStyle>
            <a:lvl1pPr marL="0" indent="0">
              <a:spcBef>
                <a:spcPts val="0"/>
              </a:spcBef>
              <a:spcAft>
                <a:spcPts val="0"/>
              </a:spcAft>
              <a:buFont typeface="Arial" panose="020B0604020202020204" pitchFamily="34" charset="0"/>
              <a:buNone/>
              <a:defRPr sz="1200" b="1">
                <a:solidFill>
                  <a:schemeClr val="tx1"/>
                </a:solidFill>
              </a:defRPr>
            </a:lvl1pPr>
            <a:lvl2pPr marL="0" indent="0">
              <a:spcBef>
                <a:spcPts val="0"/>
              </a:spcBef>
              <a:buFont typeface="Arial" panose="020B0604020202020204" pitchFamily="34" charset="0"/>
              <a:buNone/>
              <a:defRPr sz="1200" b="1">
                <a:solidFill>
                  <a:schemeClr val="tx1"/>
                </a:solidFill>
              </a:defRPr>
            </a:lvl2pPr>
            <a:lvl3pPr marL="0" indent="0">
              <a:spcBef>
                <a:spcPts val="0"/>
              </a:spcBef>
              <a:buNone/>
              <a:defRPr sz="1200" b="1">
                <a:solidFill>
                  <a:schemeClr val="tx1"/>
                </a:solidFill>
              </a:defRPr>
            </a:lvl3pPr>
            <a:lvl4pPr marL="0" indent="0">
              <a:spcBef>
                <a:spcPts val="0"/>
              </a:spcBef>
              <a:buNone/>
              <a:defRPr sz="1200" b="1">
                <a:solidFill>
                  <a:schemeClr val="tx1"/>
                </a:solidFill>
              </a:defRPr>
            </a:lvl4pPr>
            <a:lvl5pPr marL="0" indent="0">
              <a:spcBef>
                <a:spcPts val="0"/>
              </a:spcBef>
              <a:buNone/>
              <a:defRPr sz="1200" b="1">
                <a:solidFill>
                  <a:schemeClr val="tx1"/>
                </a:solidFill>
              </a:defRPr>
            </a:lvl5pPr>
            <a:lvl6pPr marL="0" indent="0">
              <a:spcBef>
                <a:spcPts val="0"/>
              </a:spcBef>
              <a:buNone/>
              <a:defRPr sz="1200" b="1">
                <a:solidFill>
                  <a:schemeClr val="tx1"/>
                </a:solidFill>
              </a:defRPr>
            </a:lvl6pPr>
            <a:lvl7pPr marL="0" indent="0">
              <a:spcBef>
                <a:spcPts val="0"/>
              </a:spcBef>
              <a:buNone/>
              <a:defRPr sz="1200" b="1" i="0" u="none">
                <a:solidFill>
                  <a:schemeClr val="tx1"/>
                </a:solidFill>
              </a:defRPr>
            </a:lvl7pPr>
            <a:lvl8pPr marL="0" indent="0">
              <a:spcBef>
                <a:spcPts val="0"/>
              </a:spcBef>
              <a:buNone/>
              <a:defRPr sz="1200" b="1">
                <a:solidFill>
                  <a:schemeClr val="tx1"/>
                </a:solidFill>
              </a:defRPr>
            </a:lvl8pPr>
            <a:lvl9pPr marL="0" indent="0">
              <a:spcBef>
                <a:spcPts val="0"/>
              </a:spcBef>
              <a:buNone/>
              <a:defRPr sz="1200" b="1">
                <a:solidFill>
                  <a:schemeClr val="tx1"/>
                </a:solidFill>
              </a:defRPr>
            </a:lvl9pPr>
          </a:lstStyle>
          <a:p>
            <a:pPr lvl="0"/>
            <a:r>
              <a:rPr lang="de-DE" dirty="0"/>
              <a:t>Position | Unternehmen</a:t>
            </a:r>
          </a:p>
        </p:txBody>
      </p:sp>
      <p:sp>
        <p:nvSpPr>
          <p:cNvPr id="38" name="Bildplatzhalter 3">
            <a:extLst>
              <a:ext uri="{FF2B5EF4-FFF2-40B4-BE49-F238E27FC236}">
                <a16:creationId xmlns:a16="http://schemas.microsoft.com/office/drawing/2014/main" id="{68ED7872-D0C3-4A65-BAF7-1734CE5A4A53}"/>
              </a:ext>
            </a:extLst>
          </p:cNvPr>
          <p:cNvSpPr>
            <a:spLocks noGrp="1"/>
          </p:cNvSpPr>
          <p:nvPr>
            <p:ph type="pic" sz="quarter" idx="37" hasCustomPrompt="1"/>
          </p:nvPr>
        </p:nvSpPr>
        <p:spPr>
          <a:xfrm>
            <a:off x="5649896" y="1584325"/>
            <a:ext cx="2520000" cy="1835849"/>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39" name="Textplatzhalter 15">
            <a:extLst>
              <a:ext uri="{FF2B5EF4-FFF2-40B4-BE49-F238E27FC236}">
                <a16:creationId xmlns:a16="http://schemas.microsoft.com/office/drawing/2014/main" id="{695507AB-FA3A-4982-8E15-7B1E7D11F2B1}"/>
              </a:ext>
            </a:extLst>
          </p:cNvPr>
          <p:cNvSpPr>
            <a:spLocks noGrp="1"/>
          </p:cNvSpPr>
          <p:nvPr>
            <p:ph type="body" sz="quarter" idx="38" hasCustomPrompt="1"/>
          </p:nvPr>
        </p:nvSpPr>
        <p:spPr>
          <a:xfrm>
            <a:off x="5649896" y="4571888"/>
            <a:ext cx="2520000" cy="1368538"/>
          </a:xfrm>
        </p:spPr>
        <p:txBody>
          <a:bodyPr/>
          <a:lstStyle>
            <a:lvl1pPr marL="0" indent="0">
              <a:spcBef>
                <a:spcPts val="0"/>
              </a:spcBef>
              <a:buFont typeface="Arial" panose="020B0604020202020204" pitchFamily="34" charset="0"/>
              <a:buNone/>
              <a:tabLst>
                <a:tab pos="219075" algn="l"/>
                <a:tab pos="3451225" algn="r"/>
                <a:tab pos="3887788" algn="l"/>
                <a:tab pos="7339013" algn="r"/>
                <a:tab pos="7775575" algn="l"/>
                <a:tab pos="11228388" algn="r"/>
              </a:tabLst>
              <a:defRPr sz="1200" b="0"/>
            </a:lvl1pPr>
            <a:lvl2pPr marL="0" indent="0">
              <a:spcBef>
                <a:spcPts val="0"/>
              </a:spcBef>
              <a:buFont typeface="Arial" panose="020B0604020202020204" pitchFamily="34" charset="0"/>
              <a:buNone/>
              <a:defRPr sz="1200" b="0"/>
            </a:lvl2pPr>
            <a:lvl3pPr marL="0" indent="0">
              <a:spcBef>
                <a:spcPts val="0"/>
              </a:spcBef>
              <a:buNone/>
              <a:defRPr sz="1200" b="0"/>
            </a:lvl3pPr>
            <a:lvl4pPr marL="0" indent="0">
              <a:spcBef>
                <a:spcPts val="0"/>
              </a:spcBef>
              <a:buNone/>
              <a:defRPr sz="1200" b="0"/>
            </a:lvl4pPr>
            <a:lvl5pPr marL="0" indent="0">
              <a:spcBef>
                <a:spcPts val="0"/>
              </a:spcBef>
              <a:buNone/>
              <a:defRPr sz="1200" b="0"/>
            </a:lvl5pPr>
            <a:lvl6pPr marL="0" indent="0">
              <a:spcBef>
                <a:spcPts val="0"/>
              </a:spcBef>
              <a:buNone/>
              <a:defRPr sz="1200" b="0"/>
            </a:lvl6pPr>
            <a:lvl7pPr marL="0" indent="0">
              <a:spcBef>
                <a:spcPts val="0"/>
              </a:spcBef>
              <a:buNone/>
              <a:defRPr sz="1200" b="0"/>
            </a:lvl7pPr>
            <a:lvl8pPr marL="0" indent="0">
              <a:spcBef>
                <a:spcPts val="0"/>
              </a:spcBef>
              <a:buNone/>
              <a:defRPr sz="1200" b="0"/>
            </a:lvl8pPr>
            <a:lvl9pPr marL="0" indent="0">
              <a:spcBef>
                <a:spcPts val="0"/>
              </a:spcBef>
              <a:buNone/>
              <a:defRPr sz="1200" b="0"/>
            </a:lvl9pPr>
          </a:lstStyle>
          <a:p>
            <a:pPr lvl="0"/>
            <a:r>
              <a:rPr lang="de-DE" dirty="0"/>
              <a:t>Text hinzufügen</a:t>
            </a:r>
          </a:p>
        </p:txBody>
      </p:sp>
      <p:sp>
        <p:nvSpPr>
          <p:cNvPr id="42" name="Textplatzhalter 15">
            <a:extLst>
              <a:ext uri="{FF2B5EF4-FFF2-40B4-BE49-F238E27FC236}">
                <a16:creationId xmlns:a16="http://schemas.microsoft.com/office/drawing/2014/main" id="{935C76E1-DE0F-469B-B6D7-9810409590CB}"/>
              </a:ext>
            </a:extLst>
          </p:cNvPr>
          <p:cNvSpPr>
            <a:spLocks noGrp="1"/>
          </p:cNvSpPr>
          <p:nvPr>
            <p:ph type="body" sz="quarter" idx="39" hasCustomPrompt="1"/>
          </p:nvPr>
        </p:nvSpPr>
        <p:spPr>
          <a:xfrm>
            <a:off x="5649896" y="3527772"/>
            <a:ext cx="2520000" cy="504000"/>
          </a:xfrm>
        </p:spPr>
        <p:txBody>
          <a:bodyPr anchor="b" anchorCtr="0"/>
          <a:lstStyle>
            <a:lvl1pPr marL="0" indent="0">
              <a:spcBef>
                <a:spcPts val="0"/>
              </a:spcBef>
              <a:spcAft>
                <a:spcPts val="0"/>
              </a:spcAft>
              <a:buFont typeface="Arial" panose="020B0604020202020204" pitchFamily="34" charset="0"/>
              <a:buNone/>
              <a:defRPr sz="1400" b="1">
                <a:solidFill>
                  <a:schemeClr val="tx2"/>
                </a:solidFill>
              </a:defRPr>
            </a:lvl1pPr>
            <a:lvl2pPr marL="0" indent="0">
              <a:spcBef>
                <a:spcPts val="0"/>
              </a:spcBef>
              <a:buFont typeface="Arial" panose="020B0604020202020204" pitchFamily="34" charset="0"/>
              <a:buNone/>
              <a:defRPr sz="1400" b="1">
                <a:solidFill>
                  <a:schemeClr val="tx2"/>
                </a:solidFill>
              </a:defRPr>
            </a:lvl2pPr>
            <a:lvl3pPr marL="0" indent="0">
              <a:spcBef>
                <a:spcPts val="0"/>
              </a:spcBef>
              <a:buNone/>
              <a:defRPr sz="1400" b="1">
                <a:solidFill>
                  <a:schemeClr val="tx2"/>
                </a:solidFill>
              </a:defRPr>
            </a:lvl3pPr>
            <a:lvl4pPr marL="0" indent="0">
              <a:spcBef>
                <a:spcPts val="0"/>
              </a:spcBef>
              <a:buNone/>
              <a:defRPr sz="1400" b="1">
                <a:solidFill>
                  <a:schemeClr val="tx2"/>
                </a:solidFill>
              </a:defRPr>
            </a:lvl4pPr>
            <a:lvl5pPr marL="0" indent="0">
              <a:spcBef>
                <a:spcPts val="0"/>
              </a:spcBef>
              <a:buNone/>
              <a:defRPr sz="1400" b="1">
                <a:solidFill>
                  <a:schemeClr val="tx2"/>
                </a:solidFill>
              </a:defRPr>
            </a:lvl5pPr>
            <a:lvl6pPr marL="0" indent="0">
              <a:spcBef>
                <a:spcPts val="0"/>
              </a:spcBef>
              <a:buNone/>
              <a:defRPr sz="1400" b="1">
                <a:solidFill>
                  <a:schemeClr val="tx2"/>
                </a:solidFill>
              </a:defRPr>
            </a:lvl6pPr>
            <a:lvl7pPr marL="0" indent="0">
              <a:spcBef>
                <a:spcPts val="0"/>
              </a:spcBef>
              <a:buNone/>
              <a:defRPr sz="1400" b="1">
                <a:solidFill>
                  <a:schemeClr val="tx2"/>
                </a:solidFill>
              </a:defRPr>
            </a:lvl7pPr>
            <a:lvl8pPr marL="0" indent="0">
              <a:spcBef>
                <a:spcPts val="0"/>
              </a:spcBef>
              <a:buNone/>
              <a:defRPr sz="1400" b="1">
                <a:solidFill>
                  <a:schemeClr val="tx2"/>
                </a:solidFill>
              </a:defRPr>
            </a:lvl8pPr>
            <a:lvl9pPr marL="0" indent="0">
              <a:spcBef>
                <a:spcPts val="0"/>
              </a:spcBef>
              <a:buNone/>
              <a:defRPr sz="1400" b="1">
                <a:solidFill>
                  <a:schemeClr val="tx2"/>
                </a:solidFill>
              </a:defRPr>
            </a:lvl9pPr>
          </a:lstStyle>
          <a:p>
            <a:pPr lvl="0"/>
            <a:r>
              <a:rPr lang="de-DE" dirty="0"/>
              <a:t>Vorname Nachname</a:t>
            </a:r>
          </a:p>
        </p:txBody>
      </p:sp>
      <p:sp>
        <p:nvSpPr>
          <p:cNvPr id="43" name="Textplatzhalter 15">
            <a:extLst>
              <a:ext uri="{FF2B5EF4-FFF2-40B4-BE49-F238E27FC236}">
                <a16:creationId xmlns:a16="http://schemas.microsoft.com/office/drawing/2014/main" id="{6CF81665-C3AE-4DAC-9580-A0CAAB0C4E50}"/>
              </a:ext>
            </a:extLst>
          </p:cNvPr>
          <p:cNvSpPr>
            <a:spLocks noGrp="1"/>
          </p:cNvSpPr>
          <p:nvPr>
            <p:ph type="body" sz="quarter" idx="40" hasCustomPrompt="1"/>
          </p:nvPr>
        </p:nvSpPr>
        <p:spPr>
          <a:xfrm>
            <a:off x="5649896" y="4086142"/>
            <a:ext cx="2520000" cy="432000"/>
          </a:xfrm>
        </p:spPr>
        <p:txBody>
          <a:bodyPr/>
          <a:lstStyle>
            <a:lvl1pPr marL="0" indent="0">
              <a:spcBef>
                <a:spcPts val="0"/>
              </a:spcBef>
              <a:spcAft>
                <a:spcPts val="0"/>
              </a:spcAft>
              <a:buFont typeface="Arial" panose="020B0604020202020204" pitchFamily="34" charset="0"/>
              <a:buNone/>
              <a:defRPr sz="1200" b="1">
                <a:solidFill>
                  <a:schemeClr val="tx1"/>
                </a:solidFill>
              </a:defRPr>
            </a:lvl1pPr>
            <a:lvl2pPr marL="0" indent="0">
              <a:spcBef>
                <a:spcPts val="0"/>
              </a:spcBef>
              <a:buFont typeface="Arial" panose="020B0604020202020204" pitchFamily="34" charset="0"/>
              <a:buNone/>
              <a:defRPr sz="1200" b="1">
                <a:solidFill>
                  <a:schemeClr val="tx1"/>
                </a:solidFill>
              </a:defRPr>
            </a:lvl2pPr>
            <a:lvl3pPr marL="0" indent="0">
              <a:spcBef>
                <a:spcPts val="0"/>
              </a:spcBef>
              <a:buNone/>
              <a:defRPr sz="1200" b="1">
                <a:solidFill>
                  <a:schemeClr val="tx1"/>
                </a:solidFill>
              </a:defRPr>
            </a:lvl3pPr>
            <a:lvl4pPr marL="0" indent="0">
              <a:spcBef>
                <a:spcPts val="0"/>
              </a:spcBef>
              <a:buNone/>
              <a:defRPr sz="1200" b="1">
                <a:solidFill>
                  <a:schemeClr val="tx1"/>
                </a:solidFill>
              </a:defRPr>
            </a:lvl4pPr>
            <a:lvl5pPr marL="0" indent="0">
              <a:spcBef>
                <a:spcPts val="0"/>
              </a:spcBef>
              <a:buNone/>
              <a:defRPr sz="1200" b="1">
                <a:solidFill>
                  <a:schemeClr val="tx1"/>
                </a:solidFill>
              </a:defRPr>
            </a:lvl5pPr>
            <a:lvl6pPr marL="0" indent="0">
              <a:spcBef>
                <a:spcPts val="0"/>
              </a:spcBef>
              <a:buNone/>
              <a:defRPr sz="1200" b="1">
                <a:solidFill>
                  <a:schemeClr val="tx1"/>
                </a:solidFill>
              </a:defRPr>
            </a:lvl6pPr>
            <a:lvl7pPr marL="0" indent="0">
              <a:spcBef>
                <a:spcPts val="0"/>
              </a:spcBef>
              <a:buNone/>
              <a:defRPr sz="1200" b="1">
                <a:solidFill>
                  <a:schemeClr val="tx1"/>
                </a:solidFill>
              </a:defRPr>
            </a:lvl7pPr>
            <a:lvl8pPr marL="0" indent="0">
              <a:spcBef>
                <a:spcPts val="0"/>
              </a:spcBef>
              <a:buNone/>
              <a:defRPr sz="1200" b="1">
                <a:solidFill>
                  <a:schemeClr val="tx1"/>
                </a:solidFill>
              </a:defRPr>
            </a:lvl8pPr>
            <a:lvl9pPr marL="0" indent="0">
              <a:spcBef>
                <a:spcPts val="0"/>
              </a:spcBef>
              <a:buNone/>
              <a:defRPr sz="1200" b="1">
                <a:solidFill>
                  <a:schemeClr val="tx1"/>
                </a:solidFill>
              </a:defRPr>
            </a:lvl9pPr>
          </a:lstStyle>
          <a:p>
            <a:pPr lvl="8"/>
            <a:r>
              <a:rPr lang="de-DE" dirty="0"/>
              <a:t>Position | Unternehmen</a:t>
            </a:r>
          </a:p>
        </p:txBody>
      </p:sp>
      <p:sp>
        <p:nvSpPr>
          <p:cNvPr id="48" name="Bildplatzhalter 3">
            <a:extLst>
              <a:ext uri="{FF2B5EF4-FFF2-40B4-BE49-F238E27FC236}">
                <a16:creationId xmlns:a16="http://schemas.microsoft.com/office/drawing/2014/main" id="{2D4B7444-49D2-4B40-B44B-68876C8077B3}"/>
              </a:ext>
            </a:extLst>
          </p:cNvPr>
          <p:cNvSpPr>
            <a:spLocks noGrp="1"/>
          </p:cNvSpPr>
          <p:nvPr>
            <p:ph type="pic" sz="quarter" idx="41" hasCustomPrompt="1"/>
          </p:nvPr>
        </p:nvSpPr>
        <p:spPr>
          <a:xfrm>
            <a:off x="8568203" y="1584325"/>
            <a:ext cx="2520000" cy="1835849"/>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49" name="Textplatzhalter 15">
            <a:extLst>
              <a:ext uri="{FF2B5EF4-FFF2-40B4-BE49-F238E27FC236}">
                <a16:creationId xmlns:a16="http://schemas.microsoft.com/office/drawing/2014/main" id="{AB6FEE14-D1D4-44E9-8E82-71C43DD9EE95}"/>
              </a:ext>
            </a:extLst>
          </p:cNvPr>
          <p:cNvSpPr>
            <a:spLocks noGrp="1"/>
          </p:cNvSpPr>
          <p:nvPr>
            <p:ph type="body" sz="quarter" idx="42" hasCustomPrompt="1"/>
          </p:nvPr>
        </p:nvSpPr>
        <p:spPr>
          <a:xfrm>
            <a:off x="8568203" y="4571888"/>
            <a:ext cx="2520000" cy="1368538"/>
          </a:xfrm>
        </p:spPr>
        <p:txBody>
          <a:bodyPr/>
          <a:lstStyle>
            <a:lvl1pPr marL="0" indent="0">
              <a:spcBef>
                <a:spcPts val="0"/>
              </a:spcBef>
              <a:buFont typeface="Arial" panose="020B0604020202020204" pitchFamily="34" charset="0"/>
              <a:buNone/>
              <a:tabLst>
                <a:tab pos="219075" algn="l"/>
                <a:tab pos="3451225" algn="r"/>
                <a:tab pos="3887788" algn="l"/>
                <a:tab pos="7339013" algn="r"/>
                <a:tab pos="7775575" algn="l"/>
                <a:tab pos="11228388" algn="r"/>
              </a:tabLst>
              <a:defRPr sz="1200" b="0"/>
            </a:lvl1pPr>
            <a:lvl2pPr marL="0" indent="0">
              <a:spcBef>
                <a:spcPts val="0"/>
              </a:spcBef>
              <a:buFont typeface="Arial" panose="020B0604020202020204" pitchFamily="34" charset="0"/>
              <a:buNone/>
              <a:defRPr sz="1200" b="0"/>
            </a:lvl2pPr>
            <a:lvl3pPr marL="0" indent="0">
              <a:spcBef>
                <a:spcPts val="0"/>
              </a:spcBef>
              <a:buNone/>
              <a:defRPr sz="1200" b="0"/>
            </a:lvl3pPr>
            <a:lvl4pPr marL="0" indent="0">
              <a:spcBef>
                <a:spcPts val="0"/>
              </a:spcBef>
              <a:buNone/>
              <a:defRPr sz="1200" b="0"/>
            </a:lvl4pPr>
            <a:lvl5pPr marL="0" indent="0">
              <a:spcBef>
                <a:spcPts val="0"/>
              </a:spcBef>
              <a:buNone/>
              <a:defRPr sz="1200" b="0"/>
            </a:lvl5pPr>
            <a:lvl6pPr marL="0" indent="0">
              <a:spcBef>
                <a:spcPts val="0"/>
              </a:spcBef>
              <a:buNone/>
              <a:defRPr sz="1200" b="0"/>
            </a:lvl6pPr>
            <a:lvl7pPr marL="0" indent="0">
              <a:spcBef>
                <a:spcPts val="0"/>
              </a:spcBef>
              <a:buNone/>
              <a:defRPr sz="1200" b="0"/>
            </a:lvl7pPr>
            <a:lvl8pPr marL="0" indent="0">
              <a:spcBef>
                <a:spcPts val="0"/>
              </a:spcBef>
              <a:buNone/>
              <a:defRPr sz="1200" b="0"/>
            </a:lvl8pPr>
            <a:lvl9pPr marL="0" indent="0">
              <a:spcBef>
                <a:spcPts val="0"/>
              </a:spcBef>
              <a:buNone/>
              <a:defRPr sz="1200" b="0"/>
            </a:lvl9pPr>
          </a:lstStyle>
          <a:p>
            <a:pPr lvl="0"/>
            <a:r>
              <a:rPr lang="de-DE" dirty="0"/>
              <a:t>Text hinzufügen</a:t>
            </a:r>
          </a:p>
        </p:txBody>
      </p:sp>
      <p:sp>
        <p:nvSpPr>
          <p:cNvPr id="50" name="Textplatzhalter 15">
            <a:extLst>
              <a:ext uri="{FF2B5EF4-FFF2-40B4-BE49-F238E27FC236}">
                <a16:creationId xmlns:a16="http://schemas.microsoft.com/office/drawing/2014/main" id="{023004C1-2A9E-4942-85DD-43E65B8D820F}"/>
              </a:ext>
            </a:extLst>
          </p:cNvPr>
          <p:cNvSpPr>
            <a:spLocks noGrp="1"/>
          </p:cNvSpPr>
          <p:nvPr>
            <p:ph type="body" sz="quarter" idx="43" hasCustomPrompt="1"/>
          </p:nvPr>
        </p:nvSpPr>
        <p:spPr>
          <a:xfrm>
            <a:off x="8568203" y="3527772"/>
            <a:ext cx="2520000" cy="504000"/>
          </a:xfrm>
        </p:spPr>
        <p:txBody>
          <a:bodyPr anchor="b" anchorCtr="0"/>
          <a:lstStyle>
            <a:lvl1pPr marL="0" indent="0">
              <a:spcBef>
                <a:spcPts val="0"/>
              </a:spcBef>
              <a:spcAft>
                <a:spcPts val="0"/>
              </a:spcAft>
              <a:buFont typeface="Arial" panose="020B0604020202020204" pitchFamily="34" charset="0"/>
              <a:buNone/>
              <a:defRPr sz="1400" b="1">
                <a:solidFill>
                  <a:schemeClr val="tx2"/>
                </a:solidFill>
              </a:defRPr>
            </a:lvl1pPr>
            <a:lvl2pPr marL="0" indent="0">
              <a:spcBef>
                <a:spcPts val="0"/>
              </a:spcBef>
              <a:buFont typeface="Arial" panose="020B0604020202020204" pitchFamily="34" charset="0"/>
              <a:buNone/>
              <a:defRPr sz="1400" b="1">
                <a:solidFill>
                  <a:schemeClr val="tx2"/>
                </a:solidFill>
              </a:defRPr>
            </a:lvl2pPr>
            <a:lvl3pPr marL="0" indent="0">
              <a:spcBef>
                <a:spcPts val="0"/>
              </a:spcBef>
              <a:buNone/>
              <a:defRPr sz="1400" b="1">
                <a:solidFill>
                  <a:schemeClr val="tx2"/>
                </a:solidFill>
              </a:defRPr>
            </a:lvl3pPr>
            <a:lvl4pPr marL="0" indent="0">
              <a:spcBef>
                <a:spcPts val="0"/>
              </a:spcBef>
              <a:buNone/>
              <a:defRPr sz="1400" b="1">
                <a:solidFill>
                  <a:schemeClr val="tx2"/>
                </a:solidFill>
              </a:defRPr>
            </a:lvl4pPr>
            <a:lvl5pPr marL="0" indent="0">
              <a:spcBef>
                <a:spcPts val="0"/>
              </a:spcBef>
              <a:buNone/>
              <a:defRPr sz="1400" b="1">
                <a:solidFill>
                  <a:schemeClr val="tx2"/>
                </a:solidFill>
              </a:defRPr>
            </a:lvl5pPr>
            <a:lvl6pPr marL="0" indent="0">
              <a:spcBef>
                <a:spcPts val="0"/>
              </a:spcBef>
              <a:buNone/>
              <a:defRPr sz="1400" b="1">
                <a:solidFill>
                  <a:schemeClr val="tx2"/>
                </a:solidFill>
              </a:defRPr>
            </a:lvl6pPr>
            <a:lvl7pPr marL="0" indent="0">
              <a:spcBef>
                <a:spcPts val="0"/>
              </a:spcBef>
              <a:buNone/>
              <a:defRPr sz="1400" b="1">
                <a:solidFill>
                  <a:schemeClr val="tx2"/>
                </a:solidFill>
              </a:defRPr>
            </a:lvl7pPr>
            <a:lvl8pPr marL="0" indent="0">
              <a:spcBef>
                <a:spcPts val="0"/>
              </a:spcBef>
              <a:buNone/>
              <a:defRPr sz="1400" b="1">
                <a:solidFill>
                  <a:schemeClr val="tx2"/>
                </a:solidFill>
              </a:defRPr>
            </a:lvl8pPr>
            <a:lvl9pPr marL="0" indent="0">
              <a:spcBef>
                <a:spcPts val="0"/>
              </a:spcBef>
              <a:buNone/>
              <a:defRPr sz="1400" b="1">
                <a:solidFill>
                  <a:schemeClr val="tx2"/>
                </a:solidFill>
              </a:defRPr>
            </a:lvl9pPr>
          </a:lstStyle>
          <a:p>
            <a:pPr lvl="0"/>
            <a:r>
              <a:rPr lang="de-DE" dirty="0"/>
              <a:t>Vorname Nachname</a:t>
            </a:r>
          </a:p>
        </p:txBody>
      </p:sp>
      <p:sp>
        <p:nvSpPr>
          <p:cNvPr id="51" name="Textplatzhalter 15">
            <a:extLst>
              <a:ext uri="{FF2B5EF4-FFF2-40B4-BE49-F238E27FC236}">
                <a16:creationId xmlns:a16="http://schemas.microsoft.com/office/drawing/2014/main" id="{0E372351-6135-4D3E-BB49-ADE51CC96C98}"/>
              </a:ext>
            </a:extLst>
          </p:cNvPr>
          <p:cNvSpPr>
            <a:spLocks noGrp="1"/>
          </p:cNvSpPr>
          <p:nvPr>
            <p:ph type="body" sz="quarter" idx="44" hasCustomPrompt="1"/>
          </p:nvPr>
        </p:nvSpPr>
        <p:spPr>
          <a:xfrm>
            <a:off x="8568203" y="4086142"/>
            <a:ext cx="2520000" cy="432000"/>
          </a:xfrm>
        </p:spPr>
        <p:txBody>
          <a:bodyPr/>
          <a:lstStyle>
            <a:lvl1pPr marL="0" indent="0">
              <a:spcBef>
                <a:spcPts val="0"/>
              </a:spcBef>
              <a:spcAft>
                <a:spcPts val="0"/>
              </a:spcAft>
              <a:buFont typeface="Arial" panose="020B0604020202020204" pitchFamily="34" charset="0"/>
              <a:buNone/>
              <a:defRPr sz="1200" b="1">
                <a:solidFill>
                  <a:schemeClr val="tx1"/>
                </a:solidFill>
              </a:defRPr>
            </a:lvl1pPr>
            <a:lvl2pPr marL="0" indent="0">
              <a:spcBef>
                <a:spcPts val="0"/>
              </a:spcBef>
              <a:buFont typeface="Arial" panose="020B0604020202020204" pitchFamily="34" charset="0"/>
              <a:buNone/>
              <a:defRPr sz="1200" b="1">
                <a:solidFill>
                  <a:schemeClr val="tx1"/>
                </a:solidFill>
              </a:defRPr>
            </a:lvl2pPr>
            <a:lvl3pPr marL="0" indent="0">
              <a:spcBef>
                <a:spcPts val="0"/>
              </a:spcBef>
              <a:buNone/>
              <a:defRPr sz="1200" b="1">
                <a:solidFill>
                  <a:schemeClr val="tx1"/>
                </a:solidFill>
              </a:defRPr>
            </a:lvl3pPr>
            <a:lvl4pPr marL="0" indent="0">
              <a:spcBef>
                <a:spcPts val="0"/>
              </a:spcBef>
              <a:buNone/>
              <a:defRPr sz="1200" b="1">
                <a:solidFill>
                  <a:schemeClr val="tx1"/>
                </a:solidFill>
              </a:defRPr>
            </a:lvl4pPr>
            <a:lvl5pPr marL="0" indent="0">
              <a:spcBef>
                <a:spcPts val="0"/>
              </a:spcBef>
              <a:buNone/>
              <a:defRPr sz="1200" b="1">
                <a:solidFill>
                  <a:schemeClr val="tx1"/>
                </a:solidFill>
              </a:defRPr>
            </a:lvl5pPr>
            <a:lvl6pPr marL="0" indent="0">
              <a:spcBef>
                <a:spcPts val="0"/>
              </a:spcBef>
              <a:buNone/>
              <a:defRPr sz="1200" b="1">
                <a:solidFill>
                  <a:schemeClr val="tx1"/>
                </a:solidFill>
              </a:defRPr>
            </a:lvl6pPr>
            <a:lvl7pPr marL="0" indent="0">
              <a:spcBef>
                <a:spcPts val="0"/>
              </a:spcBef>
              <a:buNone/>
              <a:defRPr sz="1200" b="1">
                <a:solidFill>
                  <a:schemeClr val="tx1"/>
                </a:solidFill>
              </a:defRPr>
            </a:lvl7pPr>
            <a:lvl8pPr marL="0" indent="0">
              <a:spcBef>
                <a:spcPts val="0"/>
              </a:spcBef>
              <a:buNone/>
              <a:defRPr sz="1200" b="1">
                <a:solidFill>
                  <a:schemeClr val="tx1"/>
                </a:solidFill>
              </a:defRPr>
            </a:lvl8pPr>
            <a:lvl9pPr marL="0" indent="0">
              <a:spcBef>
                <a:spcPts val="0"/>
              </a:spcBef>
              <a:buNone/>
              <a:defRPr sz="1200" b="1">
                <a:solidFill>
                  <a:schemeClr val="tx1"/>
                </a:solidFill>
              </a:defRPr>
            </a:lvl9pPr>
          </a:lstStyle>
          <a:p>
            <a:pPr lvl="0"/>
            <a:r>
              <a:rPr lang="de-DE" dirty="0"/>
              <a:t>Position | Unternehmen</a:t>
            </a:r>
          </a:p>
        </p:txBody>
      </p:sp>
      <p:grpSp>
        <p:nvGrpSpPr>
          <p:cNvPr id="28" name="Gruppieren 27">
            <a:extLst>
              <a:ext uri="{FF2B5EF4-FFF2-40B4-BE49-F238E27FC236}">
                <a16:creationId xmlns:a16="http://schemas.microsoft.com/office/drawing/2014/main" id="{5E1B6411-5985-0D47-8114-3BDF844CB9BC}"/>
              </a:ext>
            </a:extLst>
          </p:cNvPr>
          <p:cNvGrpSpPr/>
          <p:nvPr userDrawn="1"/>
        </p:nvGrpSpPr>
        <p:grpSpPr>
          <a:xfrm>
            <a:off x="0" y="3167856"/>
            <a:ext cx="1583494" cy="3167857"/>
            <a:chOff x="0" y="3167856"/>
            <a:chExt cx="1583494" cy="3167857"/>
          </a:xfrm>
        </p:grpSpPr>
        <p:sp>
          <p:nvSpPr>
            <p:cNvPr id="29" name="Rechteck 28">
              <a:extLst>
                <a:ext uri="{FF2B5EF4-FFF2-40B4-BE49-F238E27FC236}">
                  <a16:creationId xmlns:a16="http://schemas.microsoft.com/office/drawing/2014/main" id="{FC685D4C-5E4C-B449-962E-6BFF6A4A9AFF}"/>
                </a:ext>
              </a:extLst>
            </p:cNvPr>
            <p:cNvSpPr/>
            <p:nvPr userDrawn="1"/>
          </p:nvSpPr>
          <p:spPr bwMode="gray">
            <a:xfrm rot="10800000">
              <a:off x="791409" y="4751872"/>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30" name="Rechteck 29">
              <a:extLst>
                <a:ext uri="{FF2B5EF4-FFF2-40B4-BE49-F238E27FC236}">
                  <a16:creationId xmlns:a16="http://schemas.microsoft.com/office/drawing/2014/main" id="{EFF75C3A-87AB-E540-AA2E-CF956C5FA6FC}"/>
                </a:ext>
              </a:extLst>
            </p:cNvPr>
            <p:cNvSpPr/>
            <p:nvPr userDrawn="1"/>
          </p:nvSpPr>
          <p:spPr bwMode="gray">
            <a:xfrm rot="10800000">
              <a:off x="1" y="5543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31" name="Rechteck 30">
              <a:extLst>
                <a:ext uri="{FF2B5EF4-FFF2-40B4-BE49-F238E27FC236}">
                  <a16:creationId xmlns:a16="http://schemas.microsoft.com/office/drawing/2014/main" id="{8C4FD4F7-6EB4-6B43-8F6E-36C52653A3FD}"/>
                </a:ext>
              </a:extLst>
            </p:cNvPr>
            <p:cNvSpPr/>
            <p:nvPr userDrawn="1"/>
          </p:nvSpPr>
          <p:spPr bwMode="gray">
            <a:xfrm rot="10800000">
              <a:off x="0" y="3167856"/>
              <a:ext cx="792085" cy="828092"/>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32" name="Textfeld 31">
              <a:extLst>
                <a:ext uri="{FF2B5EF4-FFF2-40B4-BE49-F238E27FC236}">
                  <a16:creationId xmlns:a16="http://schemas.microsoft.com/office/drawing/2014/main" id="{EF097292-098E-6B46-ACDA-2FD9CEC5FBE1}"/>
                </a:ext>
              </a:extLst>
            </p:cNvPr>
            <p:cNvSpPr txBox="1"/>
            <p:nvPr userDrawn="1"/>
          </p:nvSpPr>
          <p:spPr>
            <a:xfrm>
              <a:off x="609600" y="5192486"/>
              <a:ext cx="0" cy="0"/>
            </a:xfrm>
            <a:prstGeom prst="rect">
              <a:avLst/>
            </a:prstGeom>
            <a:noFill/>
          </p:spPr>
          <p:txBody>
            <a:bodyPr wrap="none" lIns="0" tIns="0" rIns="0" bIns="0" rtlCol="0">
              <a:noAutofit/>
            </a:bodyPr>
            <a:lstStyle/>
            <a:p>
              <a:pPr marL="144000" indent="-144000" algn="l">
                <a:spcBef>
                  <a:spcPts val="60"/>
                </a:spcBef>
                <a:buSzPct val="100000"/>
                <a:buFont typeface="Wingdings" panose="05000000000000000000" pitchFamily="2" charset="2"/>
                <a:buChar char="§"/>
              </a:pPr>
              <a:endParaRPr lang="de-DE" sz="1400" dirty="0"/>
            </a:p>
          </p:txBody>
        </p:sp>
        <p:sp>
          <p:nvSpPr>
            <p:cNvPr id="33" name="Rechteck 32">
              <a:extLst>
                <a:ext uri="{FF2B5EF4-FFF2-40B4-BE49-F238E27FC236}">
                  <a16:creationId xmlns:a16="http://schemas.microsoft.com/office/drawing/2014/main" id="{5293DE74-05A0-404A-A740-82F5133BFAF8}"/>
                </a:ext>
              </a:extLst>
            </p:cNvPr>
            <p:cNvSpPr/>
            <p:nvPr userDrawn="1"/>
          </p:nvSpPr>
          <p:spPr bwMode="gray">
            <a:xfrm rot="10800000">
              <a:off x="1" y="3960032"/>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sp>
        <p:nvSpPr>
          <p:cNvPr id="3" name="Datumsplatzhalter 2">
            <a:extLst>
              <a:ext uri="{FF2B5EF4-FFF2-40B4-BE49-F238E27FC236}">
                <a16:creationId xmlns:a16="http://schemas.microsoft.com/office/drawing/2014/main" id="{96B01650-4907-FC4C-9653-0E541E44D0BA}"/>
              </a:ext>
            </a:extLst>
          </p:cNvPr>
          <p:cNvSpPr>
            <a:spLocks noGrp="1"/>
          </p:cNvSpPr>
          <p:nvPr>
            <p:ph type="dt" sz="half" idx="45"/>
          </p:nvPr>
        </p:nvSpPr>
        <p:spPr/>
        <p:txBody>
          <a:bodyPr/>
          <a:lstStyle/>
          <a:p>
            <a:fld id="{029B9DB6-AD97-41EF-A73B-AB5745E7E129}" type="datetime1">
              <a:rPr lang="de-DE" smtClean="0"/>
              <a:t>21.11.2022</a:t>
            </a:fld>
            <a:endParaRPr lang="de-DE" dirty="0"/>
          </a:p>
        </p:txBody>
      </p:sp>
      <p:sp>
        <p:nvSpPr>
          <p:cNvPr id="4" name="Fußzeilenplatzhalter 3">
            <a:extLst>
              <a:ext uri="{FF2B5EF4-FFF2-40B4-BE49-F238E27FC236}">
                <a16:creationId xmlns:a16="http://schemas.microsoft.com/office/drawing/2014/main" id="{C717F97A-45A6-E64D-8498-F68546FCDCF1}"/>
              </a:ext>
            </a:extLst>
          </p:cNvPr>
          <p:cNvSpPr>
            <a:spLocks noGrp="1"/>
          </p:cNvSpPr>
          <p:nvPr>
            <p:ph type="ftr" sz="quarter" idx="46"/>
          </p:nvPr>
        </p:nvSpPr>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89A8EF3E-E355-FD42-8954-030A2BF50CDA}"/>
              </a:ext>
            </a:extLst>
          </p:cNvPr>
          <p:cNvSpPr>
            <a:spLocks noGrp="1"/>
          </p:cNvSpPr>
          <p:nvPr>
            <p:ph type="sldNum" sz="quarter" idx="47"/>
          </p:nvPr>
        </p:nvSpPr>
        <p:spPr/>
        <p:txBody>
          <a:bodyPr/>
          <a:lstStyle/>
          <a:p>
            <a:fld id="{F86FCC4D-0438-154F-9910-1CF4711F776F}" type="slidenum">
              <a:rPr lang="de-DE" smtClean="0"/>
              <a:pPr/>
              <a:t>‹Nr.›</a:t>
            </a:fld>
            <a:endParaRPr lang="de-DE" dirty="0"/>
          </a:p>
        </p:txBody>
      </p:sp>
    </p:spTree>
    <p:extLst>
      <p:ext uri="{BB962C8B-B14F-4D97-AF65-F5344CB8AC3E}">
        <p14:creationId xmlns:p14="http://schemas.microsoft.com/office/powerpoint/2010/main" val="8893534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0DF220-372F-4994-AED3-3776E2F88F98}"/>
              </a:ext>
            </a:extLst>
          </p:cNvPr>
          <p:cNvSpPr>
            <a:spLocks noGrp="1"/>
          </p:cNvSpPr>
          <p:nvPr>
            <p:ph type="title" hasCustomPrompt="1"/>
          </p:nvPr>
        </p:nvSpPr>
        <p:spPr>
          <a:xfrm>
            <a:off x="4355777" y="2483860"/>
            <a:ext cx="4355248" cy="720000"/>
          </a:xfrm>
        </p:spPr>
        <p:txBody>
          <a:bodyPr/>
          <a:lstStyle>
            <a:lvl1pPr>
              <a:defRPr/>
            </a:lvl1pPr>
          </a:lstStyle>
          <a:p>
            <a:r>
              <a:rPr lang="de-DE" dirty="0"/>
              <a:t>Vorname Nachname</a:t>
            </a:r>
          </a:p>
        </p:txBody>
      </p:sp>
      <p:sp>
        <p:nvSpPr>
          <p:cNvPr id="16" name="Textplatzhalter 15">
            <a:extLst>
              <a:ext uri="{FF2B5EF4-FFF2-40B4-BE49-F238E27FC236}">
                <a16:creationId xmlns:a16="http://schemas.microsoft.com/office/drawing/2014/main" id="{0B74B02A-0DAC-4DB6-8A87-42D3A7EB474B}"/>
              </a:ext>
            </a:extLst>
          </p:cNvPr>
          <p:cNvSpPr>
            <a:spLocks noGrp="1"/>
          </p:cNvSpPr>
          <p:nvPr>
            <p:ph type="body" sz="quarter" idx="18" hasCustomPrompt="1"/>
          </p:nvPr>
        </p:nvSpPr>
        <p:spPr>
          <a:xfrm>
            <a:off x="4355776" y="3275868"/>
            <a:ext cx="4355141" cy="648000"/>
          </a:xfrm>
        </p:spPr>
        <p:txBody>
          <a:bodyPr/>
          <a:lstStyle>
            <a:lvl1pPr marL="0" indent="0">
              <a:spcBef>
                <a:spcPts val="0"/>
              </a:spcBef>
              <a:buFont typeface="Arial" panose="020B0604020202020204" pitchFamily="34" charset="0"/>
              <a:buNone/>
              <a:defRPr sz="1800" b="1"/>
            </a:lvl1pPr>
            <a:lvl2pPr marL="0" indent="0">
              <a:spcBef>
                <a:spcPts val="0"/>
              </a:spcBef>
              <a:buFont typeface="Arial" panose="020B0604020202020204" pitchFamily="34" charset="0"/>
              <a:buNone/>
              <a:defRPr sz="1800" b="1"/>
            </a:lvl2pPr>
            <a:lvl3pPr marL="0" indent="0">
              <a:spcBef>
                <a:spcPts val="0"/>
              </a:spcBef>
              <a:buNone/>
              <a:defRPr sz="1800" b="1"/>
            </a:lvl3pPr>
            <a:lvl4pPr marL="0" indent="0">
              <a:spcBef>
                <a:spcPts val="0"/>
              </a:spcBef>
              <a:buNone/>
              <a:defRPr sz="1800" b="1"/>
            </a:lvl4pPr>
            <a:lvl5pPr marL="0" indent="0">
              <a:spcBef>
                <a:spcPts val="0"/>
              </a:spcBef>
              <a:buNone/>
              <a:defRPr sz="1800" b="1"/>
            </a:lvl5pPr>
            <a:lvl6pPr marL="0" indent="0">
              <a:spcBef>
                <a:spcPts val="0"/>
              </a:spcBef>
              <a:buNone/>
              <a:defRPr sz="1800" b="1"/>
            </a:lvl6pPr>
            <a:lvl7pPr marL="0" indent="0">
              <a:spcBef>
                <a:spcPts val="0"/>
              </a:spcBef>
              <a:buNone/>
              <a:defRPr sz="1800" b="1"/>
            </a:lvl7pPr>
            <a:lvl8pPr marL="0" indent="0">
              <a:spcBef>
                <a:spcPts val="0"/>
              </a:spcBef>
              <a:buNone/>
              <a:defRPr sz="1800" b="1"/>
            </a:lvl8pPr>
            <a:lvl9pPr marL="0" indent="0">
              <a:spcBef>
                <a:spcPts val="0"/>
              </a:spcBef>
              <a:buNone/>
              <a:defRPr sz="1800" b="1"/>
            </a:lvl9pPr>
          </a:lstStyle>
          <a:p>
            <a:pPr lvl="0"/>
            <a:r>
              <a:rPr lang="de-DE" dirty="0"/>
              <a:t>Position Unternehmen</a:t>
            </a:r>
          </a:p>
        </p:txBody>
      </p:sp>
      <p:sp>
        <p:nvSpPr>
          <p:cNvPr id="15" name="Bildplatzhalter 3">
            <a:extLst>
              <a:ext uri="{FF2B5EF4-FFF2-40B4-BE49-F238E27FC236}">
                <a16:creationId xmlns:a16="http://schemas.microsoft.com/office/drawing/2014/main" id="{0285B130-7783-40B1-AEAF-CCE380CE46BD}"/>
              </a:ext>
            </a:extLst>
          </p:cNvPr>
          <p:cNvSpPr>
            <a:spLocks noGrp="1"/>
          </p:cNvSpPr>
          <p:nvPr>
            <p:ph type="pic" sz="quarter" idx="15" hasCustomPrompt="1"/>
          </p:nvPr>
        </p:nvSpPr>
        <p:spPr>
          <a:xfrm>
            <a:off x="0" y="0"/>
            <a:ext cx="3959999" cy="6335713"/>
          </a:xfrm>
          <a:noFill/>
        </p:spPr>
        <p:txBody>
          <a:bodyPr bIns="864000" anchor="ctr" anchorCtr="1"/>
          <a:lstStyle>
            <a:lvl1pPr marL="0" indent="0" algn="ctr">
              <a:lnSpc>
                <a:spcPct val="100000"/>
              </a:lnSpc>
              <a:spcBef>
                <a:spcPts val="0"/>
              </a:spcBef>
              <a:buNone/>
              <a:defRPr sz="1000" b="0">
                <a:solidFill>
                  <a:sysClr val="windowText" lastClr="000000"/>
                </a:solidFill>
              </a:defRPr>
            </a:lvl1pPr>
          </a:lstStyle>
          <a:p>
            <a:r>
              <a:rPr lang="de-DE" dirty="0"/>
              <a:t>Bild durch Klick</a:t>
            </a:r>
            <a:br>
              <a:rPr lang="de-DE" dirty="0"/>
            </a:br>
            <a:r>
              <a:rPr lang="de-DE" dirty="0"/>
              <a:t>auf Icon einfügen.</a:t>
            </a:r>
          </a:p>
        </p:txBody>
      </p:sp>
      <p:sp>
        <p:nvSpPr>
          <p:cNvPr id="145" name="Textplatzhalter 15">
            <a:extLst>
              <a:ext uri="{FF2B5EF4-FFF2-40B4-BE49-F238E27FC236}">
                <a16:creationId xmlns:a16="http://schemas.microsoft.com/office/drawing/2014/main" id="{67AA3AC4-B0C4-4D38-BB50-A51C5349F52A}"/>
              </a:ext>
            </a:extLst>
          </p:cNvPr>
          <p:cNvSpPr>
            <a:spLocks noGrp="1"/>
          </p:cNvSpPr>
          <p:nvPr>
            <p:ph type="body" sz="quarter" idx="20" hasCustomPrompt="1"/>
          </p:nvPr>
        </p:nvSpPr>
        <p:spPr>
          <a:xfrm>
            <a:off x="4355776" y="3995948"/>
            <a:ext cx="4355141" cy="1944000"/>
          </a:xfrm>
        </p:spPr>
        <p:txBody>
          <a:bodyPr/>
          <a:lstStyle>
            <a:lvl1pPr marL="0" indent="0">
              <a:spcBef>
                <a:spcPts val="600"/>
              </a:spcBef>
              <a:buFont typeface="Arial" panose="020B0604020202020204" pitchFamily="34" charset="0"/>
              <a:buNone/>
              <a:tabLst>
                <a:tab pos="261938" algn="l"/>
                <a:tab pos="7339013" algn="r"/>
                <a:tab pos="7775575" algn="l"/>
                <a:tab pos="11228388" algn="r"/>
              </a:tabLst>
              <a:defRPr sz="1600" b="0"/>
            </a:lvl1pPr>
            <a:lvl2pPr marL="0" indent="0">
              <a:spcBef>
                <a:spcPts val="600"/>
              </a:spcBef>
              <a:buFont typeface="Arial" panose="020B0604020202020204" pitchFamily="34" charset="0"/>
              <a:buNone/>
              <a:defRPr sz="1600" b="0"/>
            </a:lvl2pPr>
            <a:lvl3pPr marL="0" indent="0">
              <a:buNone/>
              <a:defRPr sz="1600" b="0"/>
            </a:lvl3pPr>
            <a:lvl4pPr marL="0" indent="0">
              <a:buNone/>
              <a:defRPr sz="1600" b="0"/>
            </a:lvl4pPr>
            <a:lvl5pPr marL="0" indent="0">
              <a:buNone/>
              <a:defRPr sz="1600" b="0"/>
            </a:lvl5pPr>
            <a:lvl6pPr marL="0" indent="0">
              <a:buNone/>
              <a:defRPr sz="1600" b="0"/>
            </a:lvl6pPr>
            <a:lvl7pPr marL="0" indent="0">
              <a:buNone/>
              <a:defRPr sz="1600" b="0"/>
            </a:lvl7pPr>
            <a:lvl8pPr marL="0" indent="0">
              <a:buNone/>
              <a:defRPr sz="1600" b="0"/>
            </a:lvl8pPr>
            <a:lvl9pPr marL="0" indent="0">
              <a:buNone/>
              <a:defRPr sz="1600" b="0"/>
            </a:lvl9pPr>
          </a:lstStyle>
          <a:p>
            <a:pPr lvl="0"/>
            <a:r>
              <a:rPr lang="de-DE" dirty="0"/>
              <a:t>Text hinzufügen</a:t>
            </a:r>
          </a:p>
        </p:txBody>
      </p:sp>
      <p:grpSp>
        <p:nvGrpSpPr>
          <p:cNvPr id="8" name="Gruppieren 7">
            <a:extLst>
              <a:ext uri="{FF2B5EF4-FFF2-40B4-BE49-F238E27FC236}">
                <a16:creationId xmlns:a16="http://schemas.microsoft.com/office/drawing/2014/main" id="{D49CDA57-532C-D846-A464-A7BFBB99EE84}"/>
              </a:ext>
            </a:extLst>
          </p:cNvPr>
          <p:cNvGrpSpPr/>
          <p:nvPr userDrawn="1"/>
        </p:nvGrpSpPr>
        <p:grpSpPr>
          <a:xfrm>
            <a:off x="9503004" y="3167713"/>
            <a:ext cx="2376257" cy="3168000"/>
            <a:chOff x="9503004" y="3167713"/>
            <a:chExt cx="2376257" cy="3168000"/>
          </a:xfrm>
        </p:grpSpPr>
        <p:sp>
          <p:nvSpPr>
            <p:cNvPr id="3" name="Rechteck 2">
              <a:extLst>
                <a:ext uri="{FF2B5EF4-FFF2-40B4-BE49-F238E27FC236}">
                  <a16:creationId xmlns:a16="http://schemas.microsoft.com/office/drawing/2014/main" id="{2855D636-E44C-4B52-9178-B3D2FA42A71D}"/>
                </a:ext>
              </a:extLst>
            </p:cNvPr>
            <p:cNvSpPr/>
            <p:nvPr userDrawn="1"/>
          </p:nvSpPr>
          <p:spPr bwMode="gray">
            <a:xfrm>
              <a:off x="11087176" y="5543713"/>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 name="Rechteck 3">
              <a:extLst>
                <a:ext uri="{FF2B5EF4-FFF2-40B4-BE49-F238E27FC236}">
                  <a16:creationId xmlns:a16="http://schemas.microsoft.com/office/drawing/2014/main" id="{6965A7D4-C5F0-49FD-8013-DA8D1299223E}"/>
                </a:ext>
              </a:extLst>
            </p:cNvPr>
            <p:cNvSpPr/>
            <p:nvPr userDrawn="1"/>
          </p:nvSpPr>
          <p:spPr bwMode="gray">
            <a:xfrm>
              <a:off x="11087176" y="4751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5" name="Rechteck 4">
              <a:extLst>
                <a:ext uri="{FF2B5EF4-FFF2-40B4-BE49-F238E27FC236}">
                  <a16:creationId xmlns:a16="http://schemas.microsoft.com/office/drawing/2014/main" id="{C3993E40-1532-4A4E-BEA5-2A313F1102A5}"/>
                </a:ext>
              </a:extLst>
            </p:cNvPr>
            <p:cNvSpPr/>
            <p:nvPr userDrawn="1"/>
          </p:nvSpPr>
          <p:spPr bwMode="gray">
            <a:xfrm>
              <a:off x="9503004" y="3167713"/>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3D735EFC-7FAA-4A54-ADB0-C266828078A3}"/>
                </a:ext>
              </a:extLst>
            </p:cNvPr>
            <p:cNvSpPr/>
            <p:nvPr userDrawn="1"/>
          </p:nvSpPr>
          <p:spPr bwMode="gray">
            <a:xfrm>
              <a:off x="10295089" y="5543713"/>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7" name="Rechteck 6">
              <a:extLst>
                <a:ext uri="{FF2B5EF4-FFF2-40B4-BE49-F238E27FC236}">
                  <a16:creationId xmlns:a16="http://schemas.microsoft.com/office/drawing/2014/main" id="{9EEFFF78-C4CF-4BD3-8182-D10314209CBB}"/>
                </a:ext>
              </a:extLst>
            </p:cNvPr>
            <p:cNvSpPr/>
            <p:nvPr userDrawn="1"/>
          </p:nvSpPr>
          <p:spPr bwMode="gray">
            <a:xfrm>
              <a:off x="10295089" y="3959713"/>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spTree>
    <p:extLst>
      <p:ext uri="{BB962C8B-B14F-4D97-AF65-F5344CB8AC3E}">
        <p14:creationId xmlns:p14="http://schemas.microsoft.com/office/powerpoint/2010/main" val="18913885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pos="2494" userDrawn="1">
          <p15:clr>
            <a:srgbClr val="A4A3A4"/>
          </p15:clr>
        </p15:guide>
        <p15:guide id="2" pos="2744" userDrawn="1">
          <p15:clr>
            <a:srgbClr val="A4A3A4"/>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Vielen Dank">
    <p:spTree>
      <p:nvGrpSpPr>
        <p:cNvPr id="1" name=""/>
        <p:cNvGrpSpPr/>
        <p:nvPr/>
      </p:nvGrpSpPr>
      <p:grpSpPr>
        <a:xfrm>
          <a:off x="0" y="0"/>
          <a:ext cx="0" cy="0"/>
          <a:chOff x="0" y="0"/>
          <a:chExt cx="0" cy="0"/>
        </a:xfrm>
      </p:grpSpPr>
      <p:grpSp>
        <p:nvGrpSpPr>
          <p:cNvPr id="11" name="Gruppieren 10">
            <a:extLst>
              <a:ext uri="{FF2B5EF4-FFF2-40B4-BE49-F238E27FC236}">
                <a16:creationId xmlns:a16="http://schemas.microsoft.com/office/drawing/2014/main" id="{856C0B80-F5D4-4CB2-BA23-93B828C8886F}"/>
              </a:ext>
            </a:extLst>
          </p:cNvPr>
          <p:cNvGrpSpPr/>
          <p:nvPr userDrawn="1"/>
        </p:nvGrpSpPr>
        <p:grpSpPr>
          <a:xfrm>
            <a:off x="-1185" y="0"/>
            <a:ext cx="3169527" cy="3960000"/>
            <a:chOff x="-1185" y="0"/>
            <a:chExt cx="3169527" cy="3960000"/>
          </a:xfrm>
        </p:grpSpPr>
        <p:sp>
          <p:nvSpPr>
            <p:cNvPr id="164" name="Rechteck 163">
              <a:extLst>
                <a:ext uri="{FF2B5EF4-FFF2-40B4-BE49-F238E27FC236}">
                  <a16:creationId xmlns:a16="http://schemas.microsoft.com/office/drawing/2014/main" id="{B3422F05-5790-4345-B3C0-09478627D2B3}"/>
                </a:ext>
              </a:extLst>
            </p:cNvPr>
            <p:cNvSpPr/>
            <p:nvPr userDrawn="1"/>
          </p:nvSpPr>
          <p:spPr bwMode="gray">
            <a:xfrm flipH="1" flipV="1">
              <a:off x="792087" y="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66" name="Rechteck 165">
              <a:extLst>
                <a:ext uri="{FF2B5EF4-FFF2-40B4-BE49-F238E27FC236}">
                  <a16:creationId xmlns:a16="http://schemas.microsoft.com/office/drawing/2014/main" id="{283AD89D-B8EB-44D9-BBE6-AE6040DEE71F}"/>
                </a:ext>
              </a:extLst>
            </p:cNvPr>
            <p:cNvSpPr/>
            <p:nvPr userDrawn="1"/>
          </p:nvSpPr>
          <p:spPr bwMode="gray">
            <a:xfrm flipH="1" flipV="1">
              <a:off x="792087" y="79200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6" name="Rechteck 5">
              <a:extLst>
                <a:ext uri="{FF2B5EF4-FFF2-40B4-BE49-F238E27FC236}">
                  <a16:creationId xmlns:a16="http://schemas.microsoft.com/office/drawing/2014/main" id="{84DBDCE3-55BF-4DF9-ACDD-5B774987835D}"/>
                </a:ext>
              </a:extLst>
            </p:cNvPr>
            <p:cNvSpPr/>
            <p:nvPr userDrawn="1"/>
          </p:nvSpPr>
          <p:spPr bwMode="gray">
            <a:xfrm flipH="1" flipV="1">
              <a:off x="2376257" y="316800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8" name="Rechteck 7">
              <a:extLst>
                <a:ext uri="{FF2B5EF4-FFF2-40B4-BE49-F238E27FC236}">
                  <a16:creationId xmlns:a16="http://schemas.microsoft.com/office/drawing/2014/main" id="{5F010E6E-D536-4F84-8D9D-F22E93789904}"/>
                </a:ext>
              </a:extLst>
            </p:cNvPr>
            <p:cNvSpPr/>
            <p:nvPr userDrawn="1"/>
          </p:nvSpPr>
          <p:spPr bwMode="gray">
            <a:xfrm flipH="1" flipV="1">
              <a:off x="0" y="79200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9" name="Rechteck 8">
              <a:extLst>
                <a:ext uri="{FF2B5EF4-FFF2-40B4-BE49-F238E27FC236}">
                  <a16:creationId xmlns:a16="http://schemas.microsoft.com/office/drawing/2014/main" id="{79624E92-FCF5-4795-932D-BB415B5A5E5E}"/>
                </a:ext>
              </a:extLst>
            </p:cNvPr>
            <p:cNvSpPr/>
            <p:nvPr userDrawn="1"/>
          </p:nvSpPr>
          <p:spPr bwMode="gray">
            <a:xfrm flipH="1" flipV="1">
              <a:off x="792087" y="2376000"/>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10" name="Rechteck 9">
              <a:extLst>
                <a:ext uri="{FF2B5EF4-FFF2-40B4-BE49-F238E27FC236}">
                  <a16:creationId xmlns:a16="http://schemas.microsoft.com/office/drawing/2014/main" id="{8FDEE378-57E5-46F7-9A0A-99F6E393F7BE}"/>
                </a:ext>
              </a:extLst>
            </p:cNvPr>
            <p:cNvSpPr/>
            <p:nvPr userDrawn="1"/>
          </p:nvSpPr>
          <p:spPr bwMode="gray">
            <a:xfrm flipH="1" flipV="1">
              <a:off x="1584172" y="237600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2" name="Rechteck 41">
              <a:extLst>
                <a:ext uri="{FF2B5EF4-FFF2-40B4-BE49-F238E27FC236}">
                  <a16:creationId xmlns:a16="http://schemas.microsoft.com/office/drawing/2014/main" id="{A88DEAAB-6664-4270-8B3A-22509908268A}"/>
                </a:ext>
              </a:extLst>
            </p:cNvPr>
            <p:cNvSpPr/>
            <p:nvPr userDrawn="1"/>
          </p:nvSpPr>
          <p:spPr bwMode="gray">
            <a:xfrm flipH="1" flipV="1">
              <a:off x="-1185" y="3167568"/>
              <a:ext cx="792085" cy="792000"/>
            </a:xfrm>
            <a:prstGeom prst="rect">
              <a:avLst/>
            </a:prstGeom>
            <a:solidFill>
              <a:schemeClr val="accent3"/>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3" name="Rechteck 42">
              <a:extLst>
                <a:ext uri="{FF2B5EF4-FFF2-40B4-BE49-F238E27FC236}">
                  <a16:creationId xmlns:a16="http://schemas.microsoft.com/office/drawing/2014/main" id="{3B773500-AC2A-4A39-BE05-B8FBF77D79E3}"/>
                </a:ext>
              </a:extLst>
            </p:cNvPr>
            <p:cNvSpPr/>
            <p:nvPr userDrawn="1"/>
          </p:nvSpPr>
          <p:spPr bwMode="gray">
            <a:xfrm flipH="1" flipV="1">
              <a:off x="792087" y="1584000"/>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grpSp>
        <p:nvGrpSpPr>
          <p:cNvPr id="29" name="Gruppieren 28">
            <a:extLst>
              <a:ext uri="{FF2B5EF4-FFF2-40B4-BE49-F238E27FC236}">
                <a16:creationId xmlns:a16="http://schemas.microsoft.com/office/drawing/2014/main" id="{D5212C7B-8298-42C3-8178-DFE507E164B4}"/>
              </a:ext>
            </a:extLst>
          </p:cNvPr>
          <p:cNvGrpSpPr/>
          <p:nvPr userDrawn="1"/>
        </p:nvGrpSpPr>
        <p:grpSpPr bwMode="gray">
          <a:xfrm>
            <a:off x="395015" y="-216520"/>
            <a:ext cx="11088960" cy="72000"/>
            <a:chOff x="394680" y="-243408"/>
            <a:chExt cx="11389952" cy="216000"/>
          </a:xfrm>
        </p:grpSpPr>
        <p:cxnSp>
          <p:nvCxnSpPr>
            <p:cNvPr id="30" name="Gerader Verbinder 29">
              <a:extLst>
                <a:ext uri="{FF2B5EF4-FFF2-40B4-BE49-F238E27FC236}">
                  <a16:creationId xmlns:a16="http://schemas.microsoft.com/office/drawing/2014/main" id="{CE349E16-4FB6-42EE-8231-D4567967F535}"/>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51780B7E-B363-46B9-AD6E-A0356A69EC2D}"/>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C6FDE2A8-E05E-47F9-8802-AFC54FA414DF}"/>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401B14EB-CF6F-4C8F-85FD-E1A600C346B9}"/>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57854D7D-F5AE-4119-A9DF-B46A850D9D50}"/>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39F62F49-41ED-44D9-AF78-3D9E5B936EC2}"/>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1A000600-B903-4F20-BEFB-714EBF5661E0}"/>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43772E37-E1EF-45D6-92C7-C83E0CDA2DB5}"/>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E9F63C3-3AFD-406D-8FAA-93D6B53979AC}"/>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Titel 6">
            <a:extLst>
              <a:ext uri="{FF2B5EF4-FFF2-40B4-BE49-F238E27FC236}">
                <a16:creationId xmlns:a16="http://schemas.microsoft.com/office/drawing/2014/main" id="{8906CC32-43A4-4D18-ACFC-80B506FCD9B4}"/>
              </a:ext>
            </a:extLst>
          </p:cNvPr>
          <p:cNvSpPr>
            <a:spLocks noGrp="1"/>
          </p:cNvSpPr>
          <p:nvPr userDrawn="1">
            <p:ph type="title" hasCustomPrompt="1"/>
          </p:nvPr>
        </p:nvSpPr>
        <p:spPr>
          <a:xfrm>
            <a:off x="3959411" y="935608"/>
            <a:ext cx="5904000" cy="1944260"/>
          </a:xfrm>
        </p:spPr>
        <p:txBody>
          <a:bodyPr anchor="b" anchorCtr="0"/>
          <a:lstStyle>
            <a:lvl1pPr>
              <a:defRPr sz="3600" b="1" cap="none" spc="0" baseline="0">
                <a:solidFill>
                  <a:schemeClr val="tx1"/>
                </a:solidFill>
              </a:defRPr>
            </a:lvl1pPr>
          </a:lstStyle>
          <a:p>
            <a:r>
              <a:rPr lang="de-DE" dirty="0"/>
              <a:t>Vielen Dank!</a:t>
            </a:r>
          </a:p>
        </p:txBody>
      </p:sp>
      <p:sp>
        <p:nvSpPr>
          <p:cNvPr id="41" name="Textplatzhalter 14">
            <a:extLst>
              <a:ext uri="{FF2B5EF4-FFF2-40B4-BE49-F238E27FC236}">
                <a16:creationId xmlns:a16="http://schemas.microsoft.com/office/drawing/2014/main" id="{A787CEE3-BFC4-468B-98AC-4B0F73DACDA5}"/>
              </a:ext>
            </a:extLst>
          </p:cNvPr>
          <p:cNvSpPr>
            <a:spLocks noGrp="1"/>
          </p:cNvSpPr>
          <p:nvPr userDrawn="1">
            <p:ph type="body" sz="quarter" idx="13" hasCustomPrompt="1"/>
          </p:nvPr>
        </p:nvSpPr>
        <p:spPr>
          <a:xfrm>
            <a:off x="3959411" y="3060003"/>
            <a:ext cx="5904000" cy="1440000"/>
          </a:xfrm>
        </p:spPr>
        <p:txBody>
          <a:bodyPr/>
          <a:lstStyle>
            <a:lvl1pPr marL="0" indent="0">
              <a:buFont typeface="Arial" panose="020B0604020202020204" pitchFamily="34" charset="0"/>
              <a:buNone/>
              <a:defRPr sz="1800" b="0">
                <a:solidFill>
                  <a:schemeClr val="tx1"/>
                </a:solidFill>
              </a:defRPr>
            </a:lvl1pPr>
            <a:lvl2pPr marL="0" indent="0">
              <a:buFont typeface="Arial" panose="020B0604020202020204" pitchFamily="34" charset="0"/>
              <a:buNone/>
              <a:defRPr sz="1800" b="0">
                <a:solidFill>
                  <a:schemeClr val="tx1"/>
                </a:solidFill>
              </a:defRPr>
            </a:lvl2pPr>
            <a:lvl3pPr marL="0" indent="0">
              <a:buNone/>
              <a:defRPr sz="1800" b="0">
                <a:solidFill>
                  <a:schemeClr val="tx1"/>
                </a:solidFill>
              </a:defRPr>
            </a:lvl3pPr>
            <a:lvl4pPr marL="0" indent="0">
              <a:buNone/>
              <a:defRPr sz="1800" b="0">
                <a:solidFill>
                  <a:schemeClr val="tx1"/>
                </a:solidFill>
              </a:defRPr>
            </a:lvl4pPr>
            <a:lvl5pPr marL="0" indent="0">
              <a:buNone/>
              <a:defRPr sz="1800" b="0">
                <a:solidFill>
                  <a:schemeClr val="tx1"/>
                </a:solidFill>
              </a:defRPr>
            </a:lvl5pPr>
            <a:lvl6pPr marL="0" indent="0">
              <a:buNone/>
              <a:defRPr sz="1800" b="0">
                <a:solidFill>
                  <a:schemeClr val="tx1"/>
                </a:solidFill>
              </a:defRPr>
            </a:lvl6pPr>
            <a:lvl7pPr marL="0" indent="0">
              <a:buNone/>
              <a:defRPr sz="1800" b="0">
                <a:solidFill>
                  <a:schemeClr val="tx1"/>
                </a:solidFill>
              </a:defRPr>
            </a:lvl7pPr>
            <a:lvl8pPr marL="0" indent="0">
              <a:buNone/>
              <a:defRPr sz="1800" b="0">
                <a:solidFill>
                  <a:schemeClr val="tx1"/>
                </a:solidFill>
              </a:defRPr>
            </a:lvl8pPr>
            <a:lvl9pPr marL="0" indent="0">
              <a:buNone/>
              <a:defRPr sz="1800" b="0">
                <a:solidFill>
                  <a:schemeClr val="tx1"/>
                </a:solidFill>
              </a:defRPr>
            </a:lvl9pPr>
          </a:lstStyle>
          <a:p>
            <a:pPr lvl="0"/>
            <a:r>
              <a:rPr lang="de-DE" dirty="0"/>
              <a:t>Optionale Kurzbeschreibung</a:t>
            </a:r>
          </a:p>
        </p:txBody>
      </p:sp>
      <p:pic>
        <p:nvPicPr>
          <p:cNvPr id="4" name="Grafik 3">
            <a:extLst>
              <a:ext uri="{FF2B5EF4-FFF2-40B4-BE49-F238E27FC236}">
                <a16:creationId xmlns:a16="http://schemas.microsoft.com/office/drawing/2014/main" id="{66AD63D9-597B-4C31-918C-ED6C762AF36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grpSp>
        <p:nvGrpSpPr>
          <p:cNvPr id="40" name="Gruppieren 39">
            <a:extLst>
              <a:ext uri="{FF2B5EF4-FFF2-40B4-BE49-F238E27FC236}">
                <a16:creationId xmlns:a16="http://schemas.microsoft.com/office/drawing/2014/main" id="{48A29527-DCF9-4C7C-92F6-3A18A96E2FCA}"/>
              </a:ext>
            </a:extLst>
          </p:cNvPr>
          <p:cNvGrpSpPr/>
          <p:nvPr userDrawn="1"/>
        </p:nvGrpSpPr>
        <p:grpSpPr bwMode="gray">
          <a:xfrm>
            <a:off x="-217053" y="1583680"/>
            <a:ext cx="70097" cy="4356484"/>
            <a:chOff x="-456728" y="1583680"/>
            <a:chExt cx="216000" cy="4356484"/>
          </a:xfrm>
        </p:grpSpPr>
        <p:cxnSp>
          <p:nvCxnSpPr>
            <p:cNvPr id="44" name="Gerader Verbinder 43">
              <a:extLst>
                <a:ext uri="{FF2B5EF4-FFF2-40B4-BE49-F238E27FC236}">
                  <a16:creationId xmlns:a16="http://schemas.microsoft.com/office/drawing/2014/main" id="{07D29CF9-696A-41B2-838D-32B857CBA3D1}"/>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A7BC6D94-B741-4E6F-83C7-C9B21C7360FD}"/>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Datumsplatzhalter 1">
            <a:extLst>
              <a:ext uri="{FF2B5EF4-FFF2-40B4-BE49-F238E27FC236}">
                <a16:creationId xmlns:a16="http://schemas.microsoft.com/office/drawing/2014/main" id="{DBF86A01-EBD0-C54E-96E2-D8764A7BCA63}"/>
              </a:ext>
            </a:extLst>
          </p:cNvPr>
          <p:cNvSpPr>
            <a:spLocks noGrp="1"/>
          </p:cNvSpPr>
          <p:nvPr>
            <p:ph type="dt" sz="half" idx="14"/>
          </p:nvPr>
        </p:nvSpPr>
        <p:spPr/>
        <p:txBody>
          <a:bodyPr/>
          <a:lstStyle/>
          <a:p>
            <a:fld id="{029B9DB6-AD97-41EF-A73B-AB5745E7E129}" type="datetime1">
              <a:rPr lang="de-DE" smtClean="0"/>
              <a:t>21.11.2022</a:t>
            </a:fld>
            <a:endParaRPr lang="de-DE" dirty="0"/>
          </a:p>
        </p:txBody>
      </p:sp>
      <p:sp>
        <p:nvSpPr>
          <p:cNvPr id="3" name="Fußzeilenplatzhalter 2">
            <a:extLst>
              <a:ext uri="{FF2B5EF4-FFF2-40B4-BE49-F238E27FC236}">
                <a16:creationId xmlns:a16="http://schemas.microsoft.com/office/drawing/2014/main" id="{99731DF0-A7B8-8341-A363-2CC8C1D47D62}"/>
              </a:ext>
            </a:extLst>
          </p:cNvPr>
          <p:cNvSpPr>
            <a:spLocks noGrp="1"/>
          </p:cNvSpPr>
          <p:nvPr>
            <p:ph type="ftr" sz="quarter" idx="15"/>
          </p:nvPr>
        </p:nvSpPr>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C2E9ED72-2276-424B-8EBF-AF51590446EC}"/>
              </a:ext>
            </a:extLst>
          </p:cNvPr>
          <p:cNvSpPr>
            <a:spLocks noGrp="1"/>
          </p:cNvSpPr>
          <p:nvPr>
            <p:ph type="sldNum" sz="quarter" idx="16"/>
          </p:nvPr>
        </p:nvSpPr>
        <p:spPr/>
        <p:txBody>
          <a:bodyPr/>
          <a:lstStyle/>
          <a:p>
            <a:fld id="{F86FCC4D-0438-154F-9910-1CF4711F776F}" type="slidenum">
              <a:rPr lang="de-DE" smtClean="0"/>
              <a:pPr/>
              <a:t>‹Nr.›</a:t>
            </a:fld>
            <a:endParaRPr lang="de-DE" dirty="0"/>
          </a:p>
        </p:txBody>
      </p:sp>
    </p:spTree>
    <p:extLst>
      <p:ext uri="{BB962C8B-B14F-4D97-AF65-F5344CB8AC3E}">
        <p14:creationId xmlns:p14="http://schemas.microsoft.com/office/powerpoint/2010/main" val="28193863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Vielen Dank | mint">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5B71E12A-35D1-49E3-AB43-B07D4130CA25}"/>
              </a:ext>
            </a:extLst>
          </p:cNvPr>
          <p:cNvSpPr/>
          <p:nvPr userDrawn="1"/>
        </p:nvSpPr>
        <p:spPr>
          <a:xfrm>
            <a:off x="0" y="-288"/>
            <a:ext cx="11879263" cy="633571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900"/>
              </a:spcBef>
            </a:pPr>
            <a:endParaRPr lang="de-DE" sz="2000" dirty="0">
              <a:solidFill>
                <a:schemeClr val="tx1"/>
              </a:solidFill>
            </a:endParaRPr>
          </a:p>
        </p:txBody>
      </p:sp>
      <p:pic>
        <p:nvPicPr>
          <p:cNvPr id="2" name="Grafik 1">
            <a:extLst>
              <a:ext uri="{FF2B5EF4-FFF2-40B4-BE49-F238E27FC236}">
                <a16:creationId xmlns:a16="http://schemas.microsoft.com/office/drawing/2014/main" id="{97E7CCBC-5A51-4922-8971-A7F2D504FE2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937203" y="395548"/>
            <a:ext cx="1547044" cy="288000"/>
          </a:xfrm>
          <a:prstGeom prst="rect">
            <a:avLst/>
          </a:prstGeom>
        </p:spPr>
      </p:pic>
      <p:sp>
        <p:nvSpPr>
          <p:cNvPr id="7" name="Titel 6">
            <a:extLst>
              <a:ext uri="{FF2B5EF4-FFF2-40B4-BE49-F238E27FC236}">
                <a16:creationId xmlns:a16="http://schemas.microsoft.com/office/drawing/2014/main" id="{B99D3C98-D3C3-4D70-9705-A2A630FA6142}"/>
              </a:ext>
            </a:extLst>
          </p:cNvPr>
          <p:cNvSpPr>
            <a:spLocks noGrp="1"/>
          </p:cNvSpPr>
          <p:nvPr userDrawn="1">
            <p:ph type="title" hasCustomPrompt="1"/>
          </p:nvPr>
        </p:nvSpPr>
        <p:spPr bwMode="white">
          <a:xfrm>
            <a:off x="3959411" y="935608"/>
            <a:ext cx="5904000" cy="1944000"/>
          </a:xfrm>
        </p:spPr>
        <p:txBody>
          <a:bodyPr anchor="b" anchorCtr="0"/>
          <a:lstStyle>
            <a:lvl1pPr>
              <a:defRPr sz="3600" b="1" cap="none" spc="0" baseline="0">
                <a:solidFill>
                  <a:schemeClr val="bg1"/>
                </a:solidFill>
              </a:defRPr>
            </a:lvl1pPr>
          </a:lstStyle>
          <a:p>
            <a:r>
              <a:rPr lang="de-DE" dirty="0"/>
              <a:t>Vielen Dank!</a:t>
            </a:r>
          </a:p>
        </p:txBody>
      </p:sp>
      <p:grpSp>
        <p:nvGrpSpPr>
          <p:cNvPr id="29" name="Gruppieren 28">
            <a:extLst>
              <a:ext uri="{FF2B5EF4-FFF2-40B4-BE49-F238E27FC236}">
                <a16:creationId xmlns:a16="http://schemas.microsoft.com/office/drawing/2014/main" id="{D5212C7B-8298-42C3-8178-DFE507E164B4}"/>
              </a:ext>
            </a:extLst>
          </p:cNvPr>
          <p:cNvGrpSpPr/>
          <p:nvPr userDrawn="1"/>
        </p:nvGrpSpPr>
        <p:grpSpPr bwMode="gray">
          <a:xfrm>
            <a:off x="395015" y="-216520"/>
            <a:ext cx="11088960" cy="72000"/>
            <a:chOff x="394680" y="-243408"/>
            <a:chExt cx="11389952" cy="216000"/>
          </a:xfrm>
        </p:grpSpPr>
        <p:cxnSp>
          <p:nvCxnSpPr>
            <p:cNvPr id="30" name="Gerader Verbinder 29">
              <a:extLst>
                <a:ext uri="{FF2B5EF4-FFF2-40B4-BE49-F238E27FC236}">
                  <a16:creationId xmlns:a16="http://schemas.microsoft.com/office/drawing/2014/main" id="{CE349E16-4FB6-42EE-8231-D4567967F535}"/>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51780B7E-B363-46B9-AD6E-A0356A69EC2D}"/>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C6FDE2A8-E05E-47F9-8802-AFC54FA414DF}"/>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401B14EB-CF6F-4C8F-85FD-E1A600C346B9}"/>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57854D7D-F5AE-4119-A9DF-B46A850D9D50}"/>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39F62F49-41ED-44D9-AF78-3D9E5B936EC2}"/>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1A000600-B903-4F20-BEFB-714EBF5661E0}"/>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43772E37-E1EF-45D6-92C7-C83E0CDA2DB5}"/>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E9F63C3-3AFD-406D-8FAA-93D6B53979AC}"/>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0" name="Textplatzhalter 14">
            <a:extLst>
              <a:ext uri="{FF2B5EF4-FFF2-40B4-BE49-F238E27FC236}">
                <a16:creationId xmlns:a16="http://schemas.microsoft.com/office/drawing/2014/main" id="{EC20009B-7A49-4A82-A2F8-F3406E04788F}"/>
              </a:ext>
            </a:extLst>
          </p:cNvPr>
          <p:cNvSpPr>
            <a:spLocks noGrp="1"/>
          </p:cNvSpPr>
          <p:nvPr>
            <p:ph type="body" sz="quarter" idx="13" hasCustomPrompt="1"/>
          </p:nvPr>
        </p:nvSpPr>
        <p:spPr>
          <a:xfrm>
            <a:off x="3959411" y="3059788"/>
            <a:ext cx="5904000" cy="1440000"/>
          </a:xfrm>
        </p:spPr>
        <p:txBody>
          <a:bodyPr/>
          <a:lstStyle>
            <a:lvl1pPr marL="0" indent="0">
              <a:buFont typeface="Arial" panose="020B0604020202020204" pitchFamily="34" charset="0"/>
              <a:buNone/>
              <a:defRPr sz="1800" b="0">
                <a:solidFill>
                  <a:schemeClr val="bg1"/>
                </a:solidFill>
              </a:defRPr>
            </a:lvl1pPr>
            <a:lvl2pPr marL="0" indent="0">
              <a:buFont typeface="Arial" panose="020B0604020202020204" pitchFamily="34" charset="0"/>
              <a:buNone/>
              <a:defRPr sz="1800" b="0">
                <a:solidFill>
                  <a:schemeClr val="bg1"/>
                </a:solidFill>
              </a:defRPr>
            </a:lvl2pPr>
            <a:lvl3pPr marL="0" indent="0">
              <a:buNone/>
              <a:defRPr sz="1800" b="0">
                <a:solidFill>
                  <a:schemeClr val="bg1"/>
                </a:solidFill>
              </a:defRPr>
            </a:lvl3pPr>
            <a:lvl4pPr marL="0" indent="0">
              <a:buNone/>
              <a:defRPr sz="1800" b="0">
                <a:solidFill>
                  <a:schemeClr val="bg1"/>
                </a:solidFill>
              </a:defRPr>
            </a:lvl4pPr>
            <a:lvl5pPr marL="0" indent="0">
              <a:buNone/>
              <a:defRPr sz="1800" b="0">
                <a:solidFill>
                  <a:schemeClr val="bg1"/>
                </a:solidFill>
              </a:defRPr>
            </a:lvl5pPr>
            <a:lvl6pPr marL="0" indent="0">
              <a:buNone/>
              <a:defRPr sz="1800" b="0">
                <a:solidFill>
                  <a:schemeClr val="bg1"/>
                </a:solidFill>
              </a:defRPr>
            </a:lvl6pPr>
            <a:lvl7pPr marL="0" indent="0">
              <a:buNone/>
              <a:defRPr sz="1800" b="0">
                <a:solidFill>
                  <a:schemeClr val="bg1"/>
                </a:solidFill>
              </a:defRPr>
            </a:lvl7pPr>
            <a:lvl8pPr marL="0" indent="0">
              <a:buNone/>
              <a:defRPr sz="1800" b="0">
                <a:solidFill>
                  <a:schemeClr val="bg1"/>
                </a:solidFill>
              </a:defRPr>
            </a:lvl8pPr>
            <a:lvl9pPr marL="0" indent="0">
              <a:buNone/>
              <a:defRPr sz="1800" b="0">
                <a:solidFill>
                  <a:schemeClr val="bg1"/>
                </a:solidFill>
              </a:defRPr>
            </a:lvl9pPr>
          </a:lstStyle>
          <a:p>
            <a:pPr lvl="0"/>
            <a:r>
              <a:rPr lang="de-DE" dirty="0"/>
              <a:t>Optionale Kurzbeschreibung</a:t>
            </a:r>
          </a:p>
        </p:txBody>
      </p:sp>
      <p:grpSp>
        <p:nvGrpSpPr>
          <p:cNvPr id="39" name="Gruppieren 38">
            <a:extLst>
              <a:ext uri="{FF2B5EF4-FFF2-40B4-BE49-F238E27FC236}">
                <a16:creationId xmlns:a16="http://schemas.microsoft.com/office/drawing/2014/main" id="{696F3243-E3F9-4ED7-89B0-8A7135D18021}"/>
              </a:ext>
            </a:extLst>
          </p:cNvPr>
          <p:cNvGrpSpPr/>
          <p:nvPr userDrawn="1"/>
        </p:nvGrpSpPr>
        <p:grpSpPr bwMode="gray">
          <a:xfrm>
            <a:off x="-217053" y="1583680"/>
            <a:ext cx="70097" cy="4356484"/>
            <a:chOff x="-456728" y="1583680"/>
            <a:chExt cx="216000" cy="4356484"/>
          </a:xfrm>
        </p:grpSpPr>
        <p:cxnSp>
          <p:nvCxnSpPr>
            <p:cNvPr id="41" name="Gerader Verbinder 40">
              <a:extLst>
                <a:ext uri="{FF2B5EF4-FFF2-40B4-BE49-F238E27FC236}">
                  <a16:creationId xmlns:a16="http://schemas.microsoft.com/office/drawing/2014/main" id="{F555ECAA-F4F3-4937-A527-C838AA19DAC7}"/>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A3A14295-560D-4B3B-A8BE-E2F1046CC33B}"/>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uppieren 3">
            <a:extLst>
              <a:ext uri="{FF2B5EF4-FFF2-40B4-BE49-F238E27FC236}">
                <a16:creationId xmlns:a16="http://schemas.microsoft.com/office/drawing/2014/main" id="{6EBD9942-F1EA-4FED-AD4D-FC37932DC6C1}"/>
              </a:ext>
            </a:extLst>
          </p:cNvPr>
          <p:cNvGrpSpPr/>
          <p:nvPr userDrawn="1"/>
        </p:nvGrpSpPr>
        <p:grpSpPr>
          <a:xfrm>
            <a:off x="-1185" y="0"/>
            <a:ext cx="3169527" cy="3960000"/>
            <a:chOff x="-1185" y="0"/>
            <a:chExt cx="3169527" cy="3960000"/>
          </a:xfrm>
        </p:grpSpPr>
        <p:sp>
          <p:nvSpPr>
            <p:cNvPr id="45" name="Rechteck 44">
              <a:extLst>
                <a:ext uri="{FF2B5EF4-FFF2-40B4-BE49-F238E27FC236}">
                  <a16:creationId xmlns:a16="http://schemas.microsoft.com/office/drawing/2014/main" id="{9C9FC830-DD55-46A0-95F5-A5180DA6A87D}"/>
                </a:ext>
              </a:extLst>
            </p:cNvPr>
            <p:cNvSpPr/>
            <p:nvPr userDrawn="1"/>
          </p:nvSpPr>
          <p:spPr bwMode="gray">
            <a:xfrm flipH="1" flipV="1">
              <a:off x="792087" y="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6" name="Rechteck 45">
              <a:extLst>
                <a:ext uri="{FF2B5EF4-FFF2-40B4-BE49-F238E27FC236}">
                  <a16:creationId xmlns:a16="http://schemas.microsoft.com/office/drawing/2014/main" id="{33A79810-FE4E-4C19-97F2-AD925B6DD460}"/>
                </a:ext>
              </a:extLst>
            </p:cNvPr>
            <p:cNvSpPr/>
            <p:nvPr userDrawn="1"/>
          </p:nvSpPr>
          <p:spPr bwMode="gray">
            <a:xfrm flipH="1" flipV="1">
              <a:off x="792087" y="79200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7" name="Rechteck 46">
              <a:extLst>
                <a:ext uri="{FF2B5EF4-FFF2-40B4-BE49-F238E27FC236}">
                  <a16:creationId xmlns:a16="http://schemas.microsoft.com/office/drawing/2014/main" id="{ED1B974F-F20E-458D-AF22-3A6F042A533D}"/>
                </a:ext>
              </a:extLst>
            </p:cNvPr>
            <p:cNvSpPr/>
            <p:nvPr userDrawn="1"/>
          </p:nvSpPr>
          <p:spPr bwMode="gray">
            <a:xfrm flipH="1" flipV="1">
              <a:off x="2376257" y="316800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8" name="Rechteck 47">
              <a:extLst>
                <a:ext uri="{FF2B5EF4-FFF2-40B4-BE49-F238E27FC236}">
                  <a16:creationId xmlns:a16="http://schemas.microsoft.com/office/drawing/2014/main" id="{E58D7131-1830-48B2-983D-0C0337EAC7F1}"/>
                </a:ext>
              </a:extLst>
            </p:cNvPr>
            <p:cNvSpPr/>
            <p:nvPr userDrawn="1"/>
          </p:nvSpPr>
          <p:spPr bwMode="gray">
            <a:xfrm flipH="1" flipV="1">
              <a:off x="0" y="792000"/>
              <a:ext cx="792085" cy="792000"/>
            </a:xfrm>
            <a:prstGeom prst="rect">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49" name="Rechteck 48">
              <a:extLst>
                <a:ext uri="{FF2B5EF4-FFF2-40B4-BE49-F238E27FC236}">
                  <a16:creationId xmlns:a16="http://schemas.microsoft.com/office/drawing/2014/main" id="{68251974-C4B2-45D0-87B1-21148C225FBC}"/>
                </a:ext>
              </a:extLst>
            </p:cNvPr>
            <p:cNvSpPr/>
            <p:nvPr userDrawn="1"/>
          </p:nvSpPr>
          <p:spPr bwMode="gray">
            <a:xfrm flipH="1" flipV="1">
              <a:off x="792087" y="2376000"/>
              <a:ext cx="792085" cy="792000"/>
            </a:xfrm>
            <a:prstGeom prst="rect">
              <a:avLst/>
            </a:prstGeom>
            <a:solidFill>
              <a:schemeClr val="bg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50" name="Rechteck 49">
              <a:extLst>
                <a:ext uri="{FF2B5EF4-FFF2-40B4-BE49-F238E27FC236}">
                  <a16:creationId xmlns:a16="http://schemas.microsoft.com/office/drawing/2014/main" id="{1A9171CB-7EEB-415B-B263-B24777FE4E23}"/>
                </a:ext>
              </a:extLst>
            </p:cNvPr>
            <p:cNvSpPr/>
            <p:nvPr userDrawn="1"/>
          </p:nvSpPr>
          <p:spPr bwMode="gray">
            <a:xfrm flipH="1" flipV="1">
              <a:off x="1584172" y="2376000"/>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51" name="Rechteck 50">
              <a:extLst>
                <a:ext uri="{FF2B5EF4-FFF2-40B4-BE49-F238E27FC236}">
                  <a16:creationId xmlns:a16="http://schemas.microsoft.com/office/drawing/2014/main" id="{D217DA00-78B7-4547-9FF9-0ADA19B1138D}"/>
                </a:ext>
              </a:extLst>
            </p:cNvPr>
            <p:cNvSpPr/>
            <p:nvPr userDrawn="1"/>
          </p:nvSpPr>
          <p:spPr bwMode="gray">
            <a:xfrm flipH="1" flipV="1">
              <a:off x="-1185" y="3167568"/>
              <a:ext cx="792085" cy="792000"/>
            </a:xfrm>
            <a:prstGeom prst="rect">
              <a:avLst/>
            </a:prstGeom>
            <a:solidFill>
              <a:schemeClr val="accent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sp>
          <p:nvSpPr>
            <p:cNvPr id="52" name="Rechteck 51">
              <a:extLst>
                <a:ext uri="{FF2B5EF4-FFF2-40B4-BE49-F238E27FC236}">
                  <a16:creationId xmlns:a16="http://schemas.microsoft.com/office/drawing/2014/main" id="{019ADF5C-9A72-470D-AF6D-21384050CE92}"/>
                </a:ext>
              </a:extLst>
            </p:cNvPr>
            <p:cNvSpPr/>
            <p:nvPr userDrawn="1"/>
          </p:nvSpPr>
          <p:spPr bwMode="gray">
            <a:xfrm flipH="1" flipV="1">
              <a:off x="792087" y="1584000"/>
              <a:ext cx="792085" cy="792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indent="0" algn="l" defTabSz="914400" rtl="0" eaLnBrk="1" fontAlgn="auto" latinLnBrk="0" hangingPunct="1">
                <a:lnSpc>
                  <a:spcPct val="110000"/>
                </a:lnSpc>
                <a:spcBef>
                  <a:spcPts val="600"/>
                </a:spcBef>
                <a:spcAft>
                  <a:spcPts val="600"/>
                </a:spcAft>
                <a:buClrTx/>
                <a:buSzTx/>
                <a:buFont typeface="Arial" panose="020B0604020202020204" pitchFamily="34" charset="0"/>
                <a:buNone/>
                <a:tabLst/>
              </a:pPr>
              <a:endParaRPr kumimoji="0" lang="de-DE" sz="1400" b="0" i="0" u="none" strike="noStrike" kern="1200" cap="none" spc="0" normalizeH="0" baseline="0" noProof="0" dirty="0">
                <a:ln>
                  <a:noFill/>
                </a:ln>
                <a:solidFill>
                  <a:srgbClr val="004D6B"/>
                </a:solidFill>
                <a:effectLst/>
                <a:uLnTx/>
                <a:uFillTx/>
                <a:latin typeface="+mn-lt"/>
                <a:ea typeface="+mn-ea"/>
                <a:cs typeface="+mn-cs"/>
              </a:endParaRPr>
            </a:p>
          </p:txBody>
        </p:sp>
      </p:grpSp>
      <p:sp>
        <p:nvSpPr>
          <p:cNvPr id="3" name="Datumsplatzhalter 2">
            <a:extLst>
              <a:ext uri="{FF2B5EF4-FFF2-40B4-BE49-F238E27FC236}">
                <a16:creationId xmlns:a16="http://schemas.microsoft.com/office/drawing/2014/main" id="{DF550098-795E-D542-A411-0BB78D26FBC6}"/>
              </a:ext>
            </a:extLst>
          </p:cNvPr>
          <p:cNvSpPr>
            <a:spLocks noGrp="1"/>
          </p:cNvSpPr>
          <p:nvPr>
            <p:ph type="dt" sz="half" idx="14"/>
          </p:nvPr>
        </p:nvSpPr>
        <p:spPr/>
        <p:txBody>
          <a:bodyPr/>
          <a:lstStyle>
            <a:lvl1pPr>
              <a:defRPr>
                <a:solidFill>
                  <a:schemeClr val="bg1"/>
                </a:solidFill>
              </a:defRPr>
            </a:lvl1pPr>
          </a:lstStyle>
          <a:p>
            <a:fld id="{029B9DB6-AD97-41EF-A73B-AB5745E7E129}" type="datetime1">
              <a:rPr lang="de-DE" smtClean="0"/>
              <a:pPr/>
              <a:t>21.11.2022</a:t>
            </a:fld>
            <a:endParaRPr lang="de-DE" dirty="0"/>
          </a:p>
        </p:txBody>
      </p:sp>
      <p:sp>
        <p:nvSpPr>
          <p:cNvPr id="6" name="Fußzeilenplatzhalter 5">
            <a:extLst>
              <a:ext uri="{FF2B5EF4-FFF2-40B4-BE49-F238E27FC236}">
                <a16:creationId xmlns:a16="http://schemas.microsoft.com/office/drawing/2014/main" id="{7F89CE3F-D300-FC46-BF03-CAB245028BFB}"/>
              </a:ext>
            </a:extLst>
          </p:cNvPr>
          <p:cNvSpPr>
            <a:spLocks noGrp="1"/>
          </p:cNvSpPr>
          <p:nvPr>
            <p:ph type="ftr" sz="quarter" idx="15"/>
          </p:nvPr>
        </p:nvSpPr>
        <p:spPr/>
        <p:txBody>
          <a:bodyPr/>
          <a:lstStyle>
            <a:lvl1pPr>
              <a:defRPr>
                <a:solidFill>
                  <a:schemeClr val="bg1"/>
                </a:solidFill>
              </a:defRPr>
            </a:lvl1pPr>
          </a:lstStyle>
          <a:p>
            <a:r>
              <a:rPr lang="de-DE"/>
              <a:t>Titel der Präsentation</a:t>
            </a:r>
            <a:endParaRPr lang="de-DE" dirty="0"/>
          </a:p>
        </p:txBody>
      </p:sp>
      <p:sp>
        <p:nvSpPr>
          <p:cNvPr id="8" name="Foliennummernplatzhalter 7">
            <a:extLst>
              <a:ext uri="{FF2B5EF4-FFF2-40B4-BE49-F238E27FC236}">
                <a16:creationId xmlns:a16="http://schemas.microsoft.com/office/drawing/2014/main" id="{BF1BD912-6A09-2E40-A9FB-90F291859EC6}"/>
              </a:ext>
            </a:extLst>
          </p:cNvPr>
          <p:cNvSpPr>
            <a:spLocks noGrp="1"/>
          </p:cNvSpPr>
          <p:nvPr>
            <p:ph type="sldNum" sz="quarter" idx="16"/>
          </p:nvPr>
        </p:nvSpPr>
        <p:spPr/>
        <p:txBody>
          <a:bodyPr/>
          <a:lstStyle>
            <a:lvl1pPr>
              <a:defRPr>
                <a:solidFill>
                  <a:schemeClr val="bg1"/>
                </a:solidFill>
              </a:defRPr>
            </a:lvl1pPr>
          </a:lstStyle>
          <a:p>
            <a:fld id="{F86FCC4D-0438-154F-9910-1CF4711F776F}" type="slidenum">
              <a:rPr lang="de-DE" smtClean="0"/>
              <a:pPr/>
              <a:t>‹Nr.›</a:t>
            </a:fld>
            <a:endParaRPr lang="de-DE" dirty="0"/>
          </a:p>
        </p:txBody>
      </p:sp>
    </p:spTree>
    <p:extLst>
      <p:ext uri="{BB962C8B-B14F-4D97-AF65-F5344CB8AC3E}">
        <p14:creationId xmlns:p14="http://schemas.microsoft.com/office/powerpoint/2010/main" val="28549791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97499" y="261056"/>
            <a:ext cx="9360000" cy="648000"/>
          </a:xfrm>
          <a:prstGeom prst="rect">
            <a:avLst/>
          </a:prstGeom>
        </p:spPr>
        <p:txBody>
          <a:bodyPr vert="horz" lIns="0" tIns="0" rIns="0" bIns="0" rtlCol="0" anchor="t" anchorCtr="0">
            <a:noAutofit/>
          </a:bodyPr>
          <a:lstStyle/>
          <a:p>
            <a:r>
              <a:rPr lang="de-DE" dirty="0"/>
              <a:t>Folientitel einfügen</a:t>
            </a:r>
          </a:p>
        </p:txBody>
      </p:sp>
      <p:sp>
        <p:nvSpPr>
          <p:cNvPr id="8" name="Foliennummernplatzhalter 7"/>
          <p:cNvSpPr>
            <a:spLocks noGrp="1"/>
          </p:cNvSpPr>
          <p:nvPr>
            <p:ph type="sldNum" sz="quarter" idx="4"/>
          </p:nvPr>
        </p:nvSpPr>
        <p:spPr>
          <a:xfrm>
            <a:off x="11124207" y="5831863"/>
            <a:ext cx="360040" cy="144305"/>
          </a:xfrm>
          <a:prstGeom prst="rect">
            <a:avLst/>
          </a:prstGeom>
        </p:spPr>
        <p:txBody>
          <a:bodyPr vert="horz" lIns="0" tIns="0" rIns="0" bIns="0" rtlCol="0" anchor="t" anchorCtr="0"/>
          <a:lstStyle>
            <a:lvl1pPr algn="r">
              <a:defRPr sz="900" b="1">
                <a:solidFill>
                  <a:schemeClr val="tx1"/>
                </a:solidFill>
              </a:defRPr>
            </a:lvl1pPr>
          </a:lstStyle>
          <a:p>
            <a:fld id="{F86FCC4D-0438-154F-9910-1CF4711F776F}" type="slidenum">
              <a:rPr lang="de-DE" smtClean="0"/>
              <a:pPr/>
              <a:t>‹Nr.›</a:t>
            </a:fld>
            <a:endParaRPr lang="de-DE" dirty="0"/>
          </a:p>
        </p:txBody>
      </p:sp>
      <p:sp>
        <p:nvSpPr>
          <p:cNvPr id="167" name="Fußzeilenplatzhalter 166">
            <a:extLst>
              <a:ext uri="{FF2B5EF4-FFF2-40B4-BE49-F238E27FC236}">
                <a16:creationId xmlns:a16="http://schemas.microsoft.com/office/drawing/2014/main" id="{3B608862-38D0-4599-8754-0C8D2B282889}"/>
              </a:ext>
            </a:extLst>
          </p:cNvPr>
          <p:cNvSpPr>
            <a:spLocks noGrp="1"/>
          </p:cNvSpPr>
          <p:nvPr>
            <p:ph type="ftr" sz="quarter" idx="3"/>
          </p:nvPr>
        </p:nvSpPr>
        <p:spPr>
          <a:xfrm rot="16200000">
            <a:off x="9720251" y="2916028"/>
            <a:ext cx="3456000" cy="144000"/>
          </a:xfrm>
          <a:prstGeom prst="rect">
            <a:avLst/>
          </a:prstGeom>
        </p:spPr>
        <p:txBody>
          <a:bodyPr vert="horz" lIns="0" tIns="0" rIns="0" bIns="0" rtlCol="0" anchor="t" anchorCtr="0"/>
          <a:lstStyle>
            <a:lvl1pPr algn="l">
              <a:defRPr sz="900" cap="none" baseline="0">
                <a:solidFill>
                  <a:schemeClr val="tx1"/>
                </a:solidFill>
              </a:defRPr>
            </a:lvl1pPr>
          </a:lstStyle>
          <a:p>
            <a:r>
              <a:rPr lang="de-DE" dirty="0"/>
              <a:t>Linux Privilege </a:t>
            </a:r>
            <a:r>
              <a:rPr lang="de-DE" dirty="0" err="1"/>
              <a:t>Escalation</a:t>
            </a:r>
            <a:r>
              <a:rPr lang="de-DE" dirty="0"/>
              <a:t> Workshop</a:t>
            </a:r>
          </a:p>
        </p:txBody>
      </p:sp>
      <p:sp>
        <p:nvSpPr>
          <p:cNvPr id="168" name="Datumsplatzhalter 167">
            <a:extLst>
              <a:ext uri="{FF2B5EF4-FFF2-40B4-BE49-F238E27FC236}">
                <a16:creationId xmlns:a16="http://schemas.microsoft.com/office/drawing/2014/main" id="{4A885C9F-C4D5-4010-BE44-C5832D32E2C0}"/>
              </a:ext>
            </a:extLst>
          </p:cNvPr>
          <p:cNvSpPr>
            <a:spLocks noGrp="1"/>
          </p:cNvSpPr>
          <p:nvPr>
            <p:ph type="dt" sz="half" idx="2"/>
          </p:nvPr>
        </p:nvSpPr>
        <p:spPr>
          <a:xfrm rot="16200000">
            <a:off x="11088494" y="5184088"/>
            <a:ext cx="720080" cy="144000"/>
          </a:xfrm>
          <a:prstGeom prst="rect">
            <a:avLst/>
          </a:prstGeom>
        </p:spPr>
        <p:txBody>
          <a:bodyPr vert="horz" wrap="none" lIns="0" tIns="0" rIns="0" bIns="0" rtlCol="0" anchor="t" anchorCtr="0"/>
          <a:lstStyle>
            <a:lvl1pPr algn="l">
              <a:defRPr sz="900">
                <a:solidFill>
                  <a:schemeClr val="tx1"/>
                </a:solidFill>
              </a:defRPr>
            </a:lvl1pPr>
          </a:lstStyle>
          <a:p>
            <a:fld id="{029B9DB6-AD97-41EF-A73B-AB5745E7E129}" type="datetime1">
              <a:rPr lang="de-DE" smtClean="0"/>
              <a:t>21.11.2022</a:t>
            </a:fld>
            <a:endParaRPr lang="de-DE" dirty="0"/>
          </a:p>
        </p:txBody>
      </p:sp>
      <p:sp>
        <p:nvSpPr>
          <p:cNvPr id="6" name="Textplatzhalter 5"/>
          <p:cNvSpPr>
            <a:spLocks noGrp="1"/>
          </p:cNvSpPr>
          <p:nvPr>
            <p:ph type="body" idx="1"/>
          </p:nvPr>
        </p:nvSpPr>
        <p:spPr>
          <a:xfrm>
            <a:off x="396296" y="1590834"/>
            <a:ext cx="10692000" cy="4348879"/>
          </a:xfrm>
          <a:prstGeom prst="rect">
            <a:avLst/>
          </a:prstGeom>
        </p:spPr>
        <p:txBody>
          <a:bodyPr vert="horz" lIns="0" tIns="0" rIns="0" bIns="0" rtlCol="0">
            <a:noAutofit/>
          </a:bodyPr>
          <a:lstStyle/>
          <a:p>
            <a:pPr lvl="0"/>
            <a:r>
              <a:rPr lang="de-DE" dirty="0"/>
              <a:t>Text durch Klicken bearbeiten. Nutzen Sie die Buttons „Listenebene erhöhen/verringern“ auf dem Register Start, um zwischen den eingerichteten Textebenen zu wechseln.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grpSp>
        <p:nvGrpSpPr>
          <p:cNvPr id="18" name="Gruppieren 17">
            <a:extLst>
              <a:ext uri="{FF2B5EF4-FFF2-40B4-BE49-F238E27FC236}">
                <a16:creationId xmlns:a16="http://schemas.microsoft.com/office/drawing/2014/main" id="{1BEE8061-E07E-4BC4-9767-7E06500277F5}"/>
              </a:ext>
            </a:extLst>
          </p:cNvPr>
          <p:cNvGrpSpPr/>
          <p:nvPr userDrawn="1"/>
        </p:nvGrpSpPr>
        <p:grpSpPr bwMode="gray">
          <a:xfrm>
            <a:off x="-217053" y="1583680"/>
            <a:ext cx="70097" cy="4356484"/>
            <a:chOff x="-456728" y="1583680"/>
            <a:chExt cx="216000" cy="4356484"/>
          </a:xfrm>
        </p:grpSpPr>
        <p:cxnSp>
          <p:nvCxnSpPr>
            <p:cNvPr id="19" name="Gerader Verbinder 18">
              <a:extLst>
                <a:ext uri="{FF2B5EF4-FFF2-40B4-BE49-F238E27FC236}">
                  <a16:creationId xmlns:a16="http://schemas.microsoft.com/office/drawing/2014/main" id="{D1239B84-0428-4B77-833C-B0DCEF2A9C1B}"/>
                </a:ext>
              </a:extLst>
            </p:cNvPr>
            <p:cNvCxnSpPr/>
            <p:nvPr userDrawn="1"/>
          </p:nvCxnSpPr>
          <p:spPr bwMode="gray">
            <a:xfrm>
              <a:off x="-456728" y="1583680"/>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E8D0DBB9-8A9E-409D-8B37-FDD2FD50AD05}"/>
                </a:ext>
              </a:extLst>
            </p:cNvPr>
            <p:cNvCxnSpPr/>
            <p:nvPr userDrawn="1"/>
          </p:nvCxnSpPr>
          <p:spPr bwMode="gray">
            <a:xfrm>
              <a:off x="-456728" y="5940164"/>
              <a:ext cx="21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 name="Gruppieren 21">
            <a:extLst>
              <a:ext uri="{FF2B5EF4-FFF2-40B4-BE49-F238E27FC236}">
                <a16:creationId xmlns:a16="http://schemas.microsoft.com/office/drawing/2014/main" id="{83C83E06-E656-4D3F-9AB4-2DF8DA5D67FC}"/>
              </a:ext>
            </a:extLst>
          </p:cNvPr>
          <p:cNvGrpSpPr/>
          <p:nvPr userDrawn="1"/>
        </p:nvGrpSpPr>
        <p:grpSpPr bwMode="gray">
          <a:xfrm>
            <a:off x="395015" y="-216520"/>
            <a:ext cx="11088960" cy="72000"/>
            <a:chOff x="394680" y="-243408"/>
            <a:chExt cx="11389952" cy="216000"/>
          </a:xfrm>
        </p:grpSpPr>
        <p:cxnSp>
          <p:nvCxnSpPr>
            <p:cNvPr id="23" name="Gerader Verbinder 22">
              <a:extLst>
                <a:ext uri="{FF2B5EF4-FFF2-40B4-BE49-F238E27FC236}">
                  <a16:creationId xmlns:a16="http://schemas.microsoft.com/office/drawing/2014/main" id="{6E0DDC38-7FA5-45C4-8221-62558414AA9C}"/>
                </a:ext>
              </a:extLst>
            </p:cNvPr>
            <p:cNvCxnSpPr/>
            <p:nvPr userDrawn="1"/>
          </p:nvCxnSpPr>
          <p:spPr bwMode="gray">
            <a:xfrm>
              <a:off x="39468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ACBFC60F-B1C6-4799-BAD2-B5D6951AF5A3}"/>
                </a:ext>
              </a:extLst>
            </p:cNvPr>
            <p:cNvCxnSpPr/>
            <p:nvPr userDrawn="1"/>
          </p:nvCxnSpPr>
          <p:spPr bwMode="gray">
            <a:xfrm>
              <a:off x="379695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F6BF3BAD-5DD4-4E4D-BD0A-EC83311020D2}"/>
                </a:ext>
              </a:extLst>
            </p:cNvPr>
            <p:cNvCxnSpPr/>
            <p:nvPr userDrawn="1"/>
          </p:nvCxnSpPr>
          <p:spPr bwMode="gray">
            <a:xfrm>
              <a:off x="4203751"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F3389BC1-D1FB-4558-B39D-E9D2C14185EE}"/>
                </a:ext>
              </a:extLst>
            </p:cNvPr>
            <p:cNvCxnSpPr/>
            <p:nvPr userDrawn="1"/>
          </p:nvCxnSpPr>
          <p:spPr bwMode="gray">
            <a:xfrm>
              <a:off x="5682694"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C16C1A3E-0486-4572-850E-B5398FF874F8}"/>
                </a:ext>
              </a:extLst>
            </p:cNvPr>
            <p:cNvCxnSpPr/>
            <p:nvPr userDrawn="1"/>
          </p:nvCxnSpPr>
          <p:spPr bwMode="gray">
            <a:xfrm>
              <a:off x="608979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9B20D078-33FC-491A-B857-8ED85B2E95C4}"/>
                </a:ext>
              </a:extLst>
            </p:cNvPr>
            <p:cNvCxnSpPr/>
            <p:nvPr userDrawn="1"/>
          </p:nvCxnSpPr>
          <p:spPr bwMode="gray">
            <a:xfrm>
              <a:off x="7569046"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376718A6-5243-4F34-B062-5B641E6EAF7F}"/>
                </a:ext>
              </a:extLst>
            </p:cNvPr>
            <p:cNvCxnSpPr/>
            <p:nvPr userDrawn="1"/>
          </p:nvCxnSpPr>
          <p:spPr bwMode="gray">
            <a:xfrm>
              <a:off x="7975840"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CD5CB725-575D-4CDE-B27D-EA36D041DC8D}"/>
                </a:ext>
              </a:extLst>
            </p:cNvPr>
            <p:cNvCxnSpPr/>
            <p:nvPr userDrawn="1"/>
          </p:nvCxnSpPr>
          <p:spPr bwMode="gray">
            <a:xfrm>
              <a:off x="11784632"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1314FEF1-5F2A-4778-8925-0A6D372D554D}"/>
                </a:ext>
              </a:extLst>
            </p:cNvPr>
            <p:cNvCxnSpPr/>
            <p:nvPr userDrawn="1"/>
          </p:nvCxnSpPr>
          <p:spPr bwMode="gray">
            <a:xfrm>
              <a:off x="11378117" y="-243408"/>
              <a:ext cx="0" cy="2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10" name="Grafik 9">
            <a:extLst>
              <a:ext uri="{FF2B5EF4-FFF2-40B4-BE49-F238E27FC236}">
                <a16:creationId xmlns:a16="http://schemas.microsoft.com/office/drawing/2014/main" id="{3679BD04-219D-4F42-816B-C26F70494DB3}"/>
              </a:ext>
            </a:extLst>
          </p:cNvPr>
          <p:cNvPicPr>
            <a:picLocks noChangeAspect="1"/>
          </p:cNvPicPr>
          <p:nvPr userDrawn="1"/>
        </p:nvPicPr>
        <p:blipFill>
          <a:blip r:embed="rId47" cstate="print">
            <a:extLst>
              <a:ext uri="{28A0092B-C50C-407E-A947-70E740481C1C}">
                <a14:useLocalDpi xmlns:a14="http://schemas.microsoft.com/office/drawing/2010/main"/>
              </a:ext>
              <a:ext uri="{96DAC541-7B7A-43D3-8B79-37D633B846F1}">
                <asvg:svgBlip xmlns:asvg="http://schemas.microsoft.com/office/drawing/2016/SVG/main" r:embed="rId48"/>
              </a:ext>
            </a:extLst>
          </a:blip>
          <a:stretch>
            <a:fillRect/>
          </a:stretch>
        </p:blipFill>
        <p:spPr>
          <a:xfrm>
            <a:off x="10332119" y="289534"/>
            <a:ext cx="1152128" cy="214482"/>
          </a:xfrm>
          <a:prstGeom prst="rect">
            <a:avLst/>
          </a:prstGeom>
        </p:spPr>
      </p:pic>
    </p:spTree>
    <p:extLst>
      <p:ext uri="{BB962C8B-B14F-4D97-AF65-F5344CB8AC3E}">
        <p14:creationId xmlns:p14="http://schemas.microsoft.com/office/powerpoint/2010/main" val="3615042230"/>
      </p:ext>
    </p:extLst>
  </p:cSld>
  <p:clrMap bg1="lt1" tx1="dk1" bg2="lt2" tx2="dk2" accent1="accent1" accent2="accent2" accent3="accent3" accent4="accent4" accent5="accent5" accent6="accent6" hlink="hlink" folHlink="folHlink"/>
  <p:sldLayoutIdLst>
    <p:sldLayoutId id="2147483711" r:id="rId1"/>
    <p:sldLayoutId id="2147483688" r:id="rId2"/>
    <p:sldLayoutId id="2147483703" r:id="rId3"/>
    <p:sldLayoutId id="2147483710" r:id="rId4"/>
    <p:sldLayoutId id="2147483706" r:id="rId5"/>
    <p:sldLayoutId id="2147483702" r:id="rId6"/>
    <p:sldLayoutId id="2147483731" r:id="rId7"/>
    <p:sldLayoutId id="2147483705" r:id="rId8"/>
    <p:sldLayoutId id="2147483701" r:id="rId9"/>
    <p:sldLayoutId id="2147483712" r:id="rId10"/>
    <p:sldLayoutId id="2147483677" r:id="rId11"/>
    <p:sldLayoutId id="2147483696" r:id="rId12"/>
    <p:sldLayoutId id="2147483697" r:id="rId13"/>
    <p:sldLayoutId id="2147483698" r:id="rId14"/>
    <p:sldLayoutId id="2147483699" r:id="rId15"/>
    <p:sldLayoutId id="2147483700" r:id="rId16"/>
    <p:sldLayoutId id="2147483709" r:id="rId17"/>
    <p:sldLayoutId id="2147483727" r:id="rId18"/>
    <p:sldLayoutId id="2147483726" r:id="rId19"/>
    <p:sldLayoutId id="2147483715" r:id="rId20"/>
    <p:sldLayoutId id="2147483721" r:id="rId21"/>
    <p:sldLayoutId id="2147483720" r:id="rId22"/>
    <p:sldLayoutId id="2147483723" r:id="rId23"/>
    <p:sldLayoutId id="2147483744" r:id="rId24"/>
    <p:sldLayoutId id="2147483729" r:id="rId25"/>
    <p:sldLayoutId id="2147483745" r:id="rId26"/>
    <p:sldLayoutId id="2147483746" r:id="rId27"/>
    <p:sldLayoutId id="2147483738" r:id="rId28"/>
    <p:sldLayoutId id="2147483739" r:id="rId29"/>
    <p:sldLayoutId id="2147483740" r:id="rId30"/>
    <p:sldLayoutId id="2147483741" r:id="rId31"/>
    <p:sldLayoutId id="2147483742" r:id="rId32"/>
    <p:sldLayoutId id="2147483719" r:id="rId33"/>
    <p:sldLayoutId id="2147483718" r:id="rId34"/>
    <p:sldLayoutId id="2147483678" r:id="rId35"/>
    <p:sldLayoutId id="2147483679" r:id="rId36"/>
    <p:sldLayoutId id="2147483732" r:id="rId37"/>
    <p:sldLayoutId id="2147483737" r:id="rId38"/>
    <p:sldLayoutId id="2147483730" r:id="rId39"/>
    <p:sldLayoutId id="2147483725" r:id="rId40"/>
    <p:sldLayoutId id="2147483734" r:id="rId41"/>
    <p:sldLayoutId id="2147483733" r:id="rId42"/>
    <p:sldLayoutId id="2147483722" r:id="rId43"/>
    <p:sldLayoutId id="2147483735" r:id="rId44"/>
    <p:sldLayoutId id="2147483736" r:id="rId45"/>
  </p:sldLayoutIdLst>
  <mc:AlternateContent xmlns:mc="http://schemas.openxmlformats.org/markup-compatibility/2006" xmlns:p14="http://schemas.microsoft.com/office/powerpoint/2010/main">
    <mc:Choice Requires="p14">
      <p:transition p14:dur="10"/>
    </mc:Choice>
    <mc:Fallback xmlns="">
      <p:transition/>
    </mc:Fallback>
  </mc:AlternateContent>
  <p:hf hdr="0"/>
  <p:txStyles>
    <p:titleStyle>
      <a:lvl1pPr algn="l" defTabSz="914400" rtl="0" eaLnBrk="1" latinLnBrk="0" hangingPunct="1">
        <a:lnSpc>
          <a:spcPct val="90000"/>
        </a:lnSpc>
        <a:spcBef>
          <a:spcPct val="0"/>
        </a:spcBef>
        <a:buNone/>
        <a:defRPr sz="2400" b="1" kern="1200" baseline="0">
          <a:solidFill>
            <a:schemeClr val="tx2"/>
          </a:solidFill>
          <a:latin typeface="+mj-lt"/>
          <a:ea typeface="+mj-ea"/>
          <a:cs typeface="Arial" panose="020B0604020202020204" pitchFamily="34" charset="0"/>
        </a:defRPr>
      </a:lvl1pPr>
    </p:titleStyle>
    <p:bodyStyle>
      <a:lvl1pPr marL="216000" marR="0" indent="-216000" algn="l" defTabSz="914400" rtl="0" eaLnBrk="1" fontAlgn="auto" latinLnBrk="0" hangingPunct="1">
        <a:lnSpc>
          <a:spcPct val="110000"/>
        </a:lnSpc>
        <a:spcBef>
          <a:spcPts val="600"/>
        </a:spcBef>
        <a:spcAft>
          <a:spcPts val="0"/>
        </a:spcAft>
        <a:buClr>
          <a:schemeClr val="tx1"/>
        </a:buClr>
        <a:buSzPct val="100000"/>
        <a:buFont typeface="Wingdings" panose="05000000000000000000" pitchFamily="2" charset="2"/>
        <a:buChar char="§"/>
        <a:tabLst>
          <a:tab pos="2687638" algn="l"/>
          <a:tab pos="3451225" algn="r"/>
          <a:tab pos="3887788" algn="l"/>
          <a:tab pos="7339013" algn="r"/>
          <a:tab pos="7775575" algn="l"/>
          <a:tab pos="11228388" algn="r"/>
        </a:tabLst>
        <a:defRPr sz="1600" b="0" kern="1200">
          <a:solidFill>
            <a:schemeClr val="tx1"/>
          </a:solidFill>
          <a:latin typeface="+mn-lt"/>
          <a:ea typeface="+mn-ea"/>
          <a:cs typeface="Arial" panose="020B0604020202020204" pitchFamily="34" charset="0"/>
        </a:defRPr>
      </a:lvl1pPr>
      <a:lvl2pPr marL="0" marR="0" indent="0" algn="l" defTabSz="914400" rtl="0" eaLnBrk="1" fontAlgn="auto" latinLnBrk="0" hangingPunct="1">
        <a:lnSpc>
          <a:spcPct val="110000"/>
        </a:lnSpc>
        <a:spcBef>
          <a:spcPts val="600"/>
        </a:spcBef>
        <a:spcAft>
          <a:spcPts val="0"/>
        </a:spcAft>
        <a:buClr>
          <a:schemeClr val="tx1"/>
        </a:buClr>
        <a:buSzPct val="100000"/>
        <a:buFont typeface="+mj-lt"/>
        <a:buNone/>
        <a:tabLst>
          <a:tab pos="3452400" algn="r"/>
          <a:tab pos="3888000" algn="l"/>
          <a:tab pos="7340400" algn="r"/>
          <a:tab pos="7776000" algn="l"/>
          <a:tab pos="11228400" algn="r"/>
        </a:tabLst>
        <a:defRPr sz="1600" b="0" kern="1200">
          <a:solidFill>
            <a:schemeClr val="tx1"/>
          </a:solidFill>
          <a:latin typeface="+mn-lt"/>
          <a:ea typeface="+mn-ea"/>
          <a:cs typeface="Arial" panose="020B0604020202020204" pitchFamily="34" charset="0"/>
        </a:defRPr>
      </a:lvl2pPr>
      <a:lvl3pPr marL="432000" marR="0" indent="-216000" algn="l" defTabSz="914400" rtl="0" eaLnBrk="1" fontAlgn="auto" latinLnBrk="0" hangingPunct="1">
        <a:lnSpc>
          <a:spcPct val="110000"/>
        </a:lnSpc>
        <a:spcBef>
          <a:spcPts val="600"/>
        </a:spcBef>
        <a:spcAft>
          <a:spcPts val="0"/>
        </a:spcAft>
        <a:buClr>
          <a:schemeClr val="tx1"/>
        </a:buClr>
        <a:buSzPct val="100000"/>
        <a:buFont typeface="Arial" panose="020B0604020202020204" pitchFamily="34" charset="0"/>
        <a:buChar char="–"/>
        <a:tabLst>
          <a:tab pos="3452400" algn="r"/>
          <a:tab pos="3888000" algn="l"/>
          <a:tab pos="7340400" algn="r"/>
          <a:tab pos="7776000" algn="l"/>
          <a:tab pos="11228400" algn="r"/>
        </a:tabLst>
        <a:defRPr sz="1600" kern="1200">
          <a:solidFill>
            <a:schemeClr val="tx1"/>
          </a:solidFill>
          <a:latin typeface="+mn-lt"/>
          <a:ea typeface="+mn-ea"/>
          <a:cs typeface="Arial" panose="020B0604020202020204" pitchFamily="34" charset="0"/>
        </a:defRPr>
      </a:lvl3pPr>
      <a:lvl4pPr marL="0" marR="0" indent="0" algn="l" defTabSz="914400" rtl="0" eaLnBrk="1" fontAlgn="auto" latinLnBrk="0" hangingPunct="1">
        <a:lnSpc>
          <a:spcPct val="110000"/>
        </a:lnSpc>
        <a:spcBef>
          <a:spcPts val="1200"/>
        </a:spcBef>
        <a:spcAft>
          <a:spcPts val="0"/>
        </a:spcAft>
        <a:buClr>
          <a:schemeClr val="tx1"/>
        </a:buClr>
        <a:buSzPct val="100000"/>
        <a:buFont typeface="+mj-lt"/>
        <a:buNone/>
        <a:tabLst>
          <a:tab pos="3452400" algn="r"/>
          <a:tab pos="3888000" algn="l"/>
          <a:tab pos="7340400" algn="r"/>
          <a:tab pos="7776000" algn="l"/>
          <a:tab pos="11228400" algn="r"/>
        </a:tabLst>
        <a:defRPr sz="1600" b="1" kern="1200">
          <a:solidFill>
            <a:schemeClr val="tx1"/>
          </a:solidFill>
          <a:latin typeface="+mn-lt"/>
          <a:ea typeface="+mn-ea"/>
          <a:cs typeface="Arial" panose="020B0604020202020204" pitchFamily="34" charset="0"/>
        </a:defRPr>
      </a:lvl4pPr>
      <a:lvl5pPr marL="288000" marR="0" indent="-288000" algn="l" defTabSz="914400" rtl="0" eaLnBrk="1" fontAlgn="auto" latinLnBrk="0" hangingPunct="1">
        <a:lnSpc>
          <a:spcPct val="110000"/>
        </a:lnSpc>
        <a:spcBef>
          <a:spcPts val="600"/>
        </a:spcBef>
        <a:spcAft>
          <a:spcPts val="0"/>
        </a:spcAft>
        <a:buClr>
          <a:schemeClr val="tx1"/>
        </a:buClr>
        <a:buSzPct val="100000"/>
        <a:buFont typeface="+mj-lt"/>
        <a:buAutoNum type="arabicPeriod"/>
        <a:tabLst>
          <a:tab pos="3452400" algn="r"/>
          <a:tab pos="3888000" algn="l"/>
          <a:tab pos="7340400" algn="r"/>
          <a:tab pos="7776000" algn="l"/>
          <a:tab pos="11228400" algn="r"/>
        </a:tabLst>
        <a:defRPr sz="1600" kern="1200">
          <a:solidFill>
            <a:schemeClr val="tx1"/>
          </a:solidFill>
          <a:latin typeface="+mn-lt"/>
          <a:ea typeface="+mn-ea"/>
          <a:cs typeface="Arial" panose="020B0604020202020204" pitchFamily="34" charset="0"/>
        </a:defRPr>
      </a:lvl5pPr>
      <a:lvl6pPr marL="504000" indent="-216000" algn="l" defTabSz="914400" rtl="0" eaLnBrk="1" latinLnBrk="0" hangingPunct="1">
        <a:lnSpc>
          <a:spcPct val="110000"/>
        </a:lnSpc>
        <a:spcBef>
          <a:spcPts val="600"/>
        </a:spcBef>
        <a:buClr>
          <a:schemeClr val="tx1"/>
        </a:buClr>
        <a:buSzPct val="100000"/>
        <a:buFont typeface="Arial" panose="020B0604020202020204" pitchFamily="34" charset="0"/>
        <a:buChar char="–"/>
        <a:tabLst>
          <a:tab pos="3452400" algn="r"/>
          <a:tab pos="3888000" algn="l"/>
          <a:tab pos="7340400" algn="r"/>
          <a:tab pos="7776000" algn="l"/>
          <a:tab pos="11228400" algn="r"/>
        </a:tabLst>
        <a:defRPr sz="1600" kern="1200">
          <a:solidFill>
            <a:schemeClr val="tx1"/>
          </a:solidFill>
          <a:latin typeface="+mn-lt"/>
          <a:ea typeface="+mn-ea"/>
          <a:cs typeface="Arial" panose="020B0604020202020204" pitchFamily="34" charset="0"/>
        </a:defRPr>
      </a:lvl6pPr>
      <a:lvl7pPr marL="648000" indent="-216000" algn="l" defTabSz="914400" rtl="0" eaLnBrk="1" latinLnBrk="0" hangingPunct="1">
        <a:lnSpc>
          <a:spcPct val="110000"/>
        </a:lnSpc>
        <a:spcBef>
          <a:spcPts val="600"/>
        </a:spcBef>
        <a:buSzPct val="100000"/>
        <a:buFont typeface="Arial" panose="020B0604020202020204" pitchFamily="34" charset="0"/>
        <a:buChar char="–"/>
        <a:defRPr sz="1600" kern="1200">
          <a:solidFill>
            <a:schemeClr val="tx1"/>
          </a:solidFill>
          <a:latin typeface="+mn-lt"/>
          <a:ea typeface="+mn-ea"/>
          <a:cs typeface="+mn-cs"/>
        </a:defRPr>
      </a:lvl7pPr>
      <a:lvl8pPr marL="648000" indent="-216000" algn="l" defTabSz="914400" rtl="0" eaLnBrk="1" latinLnBrk="0" hangingPunct="1">
        <a:lnSpc>
          <a:spcPct val="110000"/>
        </a:lnSpc>
        <a:spcBef>
          <a:spcPts val="600"/>
        </a:spcBef>
        <a:buSzPct val="100000"/>
        <a:buFont typeface="Arial" panose="020B0604020202020204" pitchFamily="34" charset="0"/>
        <a:buChar char="–"/>
        <a:defRPr sz="1600" kern="1200">
          <a:solidFill>
            <a:schemeClr val="tx1"/>
          </a:solidFill>
          <a:latin typeface="+mn-lt"/>
          <a:ea typeface="+mn-ea"/>
          <a:cs typeface="+mn-cs"/>
        </a:defRPr>
      </a:lvl8pPr>
      <a:lvl9pPr marL="648000" indent="-216000" algn="l" defTabSz="914400" rtl="0" eaLnBrk="1" latinLnBrk="0" hangingPunct="1">
        <a:lnSpc>
          <a:spcPct val="110000"/>
        </a:lnSpc>
        <a:spcBef>
          <a:spcPts val="600"/>
        </a:spcBef>
        <a:buSzPct val="100000"/>
        <a:buFont typeface="Arial" panose="020B0604020202020204" pitchFamily="34" charset="0"/>
        <a:buChar char="–"/>
        <a:defRPr sz="16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pos="249" userDrawn="1">
          <p15:clr>
            <a:srgbClr val="F26B43"/>
          </p15:clr>
        </p15:guide>
        <p15:guide id="24" pos="7234" userDrawn="1">
          <p15:clr>
            <a:srgbClr val="A4A3A4"/>
          </p15:clr>
        </p15:guide>
        <p15:guide id="25" orient="horz" pos="181" userDrawn="1">
          <p15:clr>
            <a:srgbClr val="F26B43"/>
          </p15:clr>
        </p15:guide>
        <p15:guide id="27" orient="horz" pos="3742" userDrawn="1">
          <p15:clr>
            <a:srgbClr val="F26B43"/>
          </p15:clr>
        </p15:guide>
        <p15:guide id="28" orient="horz" pos="998" userDrawn="1">
          <p15:clr>
            <a:srgbClr val="F26B43"/>
          </p15:clr>
        </p15:guide>
        <p15:guide id="29" pos="6985"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carlospolop/privilege-escalation-awesome-scripts-suite/tree/master/linPEAS" TargetMode="External"/><Relationship Id="rId7" Type="http://schemas.openxmlformats.org/officeDocument/2006/relationships/hyperlink" Target="https://github.com/linted/linuxprivchecker" TargetMode="External"/><Relationship Id="rId2" Type="http://schemas.openxmlformats.org/officeDocument/2006/relationships/notesSlide" Target="../notesSlides/notesSlide5.xml"/><Relationship Id="rId1" Type="http://schemas.openxmlformats.org/officeDocument/2006/relationships/slideLayout" Target="../slideLayouts/slideLayout15.xml"/><Relationship Id="rId6" Type="http://schemas.openxmlformats.org/officeDocument/2006/relationships/hyperlink" Target="https://github.com/diego-treitos/linux-smart-enumeration" TargetMode="External"/><Relationship Id="rId5" Type="http://schemas.openxmlformats.org/officeDocument/2006/relationships/hyperlink" Target="https://github.com/mzet-/linux-exploit-suggester" TargetMode="External"/><Relationship Id="rId4" Type="http://schemas.openxmlformats.org/officeDocument/2006/relationships/hyperlink" Target="https://github.com/rebootuser/LinEnum"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danielmiessler/SecLists" TargetMode="External"/><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hyperlink" Target="https://gtfobins.github.io/" TargetMode="External"/><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hyperlink" Target="https://gtfobins.github.io/gtfobins/find/#sudo" TargetMode="External"/><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hyperlink" Target="https://gtfobins.github.io/gtfobins/vim/" TargetMode="Externa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hyperlink" Target="https://wiki.iteratec.io/x/iQUVDw" TargetMode="External"/><Relationship Id="rId1" Type="http://schemas.openxmlformats.org/officeDocument/2006/relationships/slideLayout" Target="../slideLayouts/slideLayout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F53D5D8-94ED-480F-BD37-C08558B5372C}"/>
              </a:ext>
            </a:extLst>
          </p:cNvPr>
          <p:cNvSpPr>
            <a:spLocks noGrp="1"/>
          </p:cNvSpPr>
          <p:nvPr>
            <p:ph type="title"/>
          </p:nvPr>
        </p:nvSpPr>
        <p:spPr>
          <a:xfrm>
            <a:off x="395014" y="1007784"/>
            <a:ext cx="7704857" cy="1512000"/>
          </a:xfrm>
        </p:spPr>
        <p:txBody>
          <a:bodyPr/>
          <a:lstStyle/>
          <a:p>
            <a:r>
              <a:rPr lang="de-DE" dirty="0"/>
              <a:t>Linux Privilege </a:t>
            </a:r>
            <a:r>
              <a:rPr lang="de-DE" dirty="0" err="1"/>
              <a:t>Escalation</a:t>
            </a:r>
            <a:r>
              <a:rPr lang="de-DE" dirty="0"/>
              <a:t> Workshop</a:t>
            </a:r>
          </a:p>
        </p:txBody>
      </p:sp>
      <p:sp>
        <p:nvSpPr>
          <p:cNvPr id="3" name="Textplatzhalter 2">
            <a:extLst>
              <a:ext uri="{FF2B5EF4-FFF2-40B4-BE49-F238E27FC236}">
                <a16:creationId xmlns:a16="http://schemas.microsoft.com/office/drawing/2014/main" id="{5184A1D6-AAB4-4413-A1BF-43D863CB6FA0}"/>
              </a:ext>
            </a:extLst>
          </p:cNvPr>
          <p:cNvSpPr>
            <a:spLocks noGrp="1"/>
          </p:cNvSpPr>
          <p:nvPr>
            <p:ph type="body" sz="quarter" idx="13"/>
          </p:nvPr>
        </p:nvSpPr>
        <p:spPr/>
        <p:txBody>
          <a:bodyPr/>
          <a:lstStyle/>
          <a:p>
            <a:r>
              <a:rPr lang="de-DE" dirty="0"/>
              <a:t>Teamkonferenz 2022</a:t>
            </a:r>
          </a:p>
        </p:txBody>
      </p:sp>
      <p:sp>
        <p:nvSpPr>
          <p:cNvPr id="5" name="Textplatzhalter 4">
            <a:extLst>
              <a:ext uri="{FF2B5EF4-FFF2-40B4-BE49-F238E27FC236}">
                <a16:creationId xmlns:a16="http://schemas.microsoft.com/office/drawing/2014/main" id="{C6CE0D49-F9F3-4F48-ADF4-67AA396E8B48}"/>
              </a:ext>
            </a:extLst>
          </p:cNvPr>
          <p:cNvSpPr>
            <a:spLocks noGrp="1"/>
          </p:cNvSpPr>
          <p:nvPr>
            <p:ph type="body" sz="quarter" idx="14"/>
          </p:nvPr>
        </p:nvSpPr>
        <p:spPr/>
        <p:txBody>
          <a:bodyPr/>
          <a:lstStyle/>
          <a:p>
            <a:r>
              <a:rPr lang="de-DE" dirty="0"/>
              <a:t>Johannes Merkert und Philipp Oßwald</a:t>
            </a:r>
          </a:p>
          <a:p>
            <a:fld id="{FB195ED1-4338-49C6-B09A-7897958CE3AA}" type="datetime1">
              <a:rPr lang="de-DE" smtClean="0"/>
              <a:t>21.11.2022</a:t>
            </a:fld>
            <a:r>
              <a:rPr lang="de-DE" dirty="0"/>
              <a:t> | Stuttgart</a:t>
            </a:r>
          </a:p>
        </p:txBody>
      </p:sp>
      <p:pic>
        <p:nvPicPr>
          <p:cNvPr id="7" name="Grafik 6" descr="Ein Bild, das Text, Computer enthält.&#10;&#10;Automatisch generierte Beschreibung">
            <a:extLst>
              <a:ext uri="{FF2B5EF4-FFF2-40B4-BE49-F238E27FC236}">
                <a16:creationId xmlns:a16="http://schemas.microsoft.com/office/drawing/2014/main" id="{C2DB3CEE-70FA-E278-174B-B7132467FD85}"/>
              </a:ext>
            </a:extLst>
          </p:cNvPr>
          <p:cNvPicPr>
            <a:picLocks noChangeAspect="1"/>
          </p:cNvPicPr>
          <p:nvPr/>
        </p:nvPicPr>
        <p:blipFill>
          <a:blip r:embed="rId2"/>
          <a:stretch>
            <a:fillRect/>
          </a:stretch>
        </p:blipFill>
        <p:spPr>
          <a:xfrm>
            <a:off x="3851399" y="1996366"/>
            <a:ext cx="5067805" cy="4339347"/>
          </a:xfrm>
          <a:prstGeom prst="rect">
            <a:avLst/>
          </a:prstGeom>
          <a:effectLst>
            <a:softEdge rad="419100"/>
          </a:effectLst>
        </p:spPr>
      </p:pic>
    </p:spTree>
    <p:extLst>
      <p:ext uri="{BB962C8B-B14F-4D97-AF65-F5344CB8AC3E}">
        <p14:creationId xmlns:p14="http://schemas.microsoft.com/office/powerpoint/2010/main" val="24796297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platzhalter 5">
            <a:extLst>
              <a:ext uri="{FF2B5EF4-FFF2-40B4-BE49-F238E27FC236}">
                <a16:creationId xmlns:a16="http://schemas.microsoft.com/office/drawing/2014/main" id="{861D3434-5ACA-4833-BF75-288CD69D6B3D}"/>
              </a:ext>
            </a:extLst>
          </p:cNvPr>
          <p:cNvSpPr>
            <a:spLocks noGrp="1"/>
          </p:cNvSpPr>
          <p:nvPr>
            <p:ph type="body" sz="quarter" idx="13"/>
          </p:nvPr>
        </p:nvSpPr>
        <p:spPr/>
        <p:txBody>
          <a:bodyPr/>
          <a:lstStyle/>
          <a:p>
            <a:r>
              <a:rPr lang="de-DE" dirty="0"/>
              <a:t>Einleitung</a:t>
            </a:r>
          </a:p>
          <a:p>
            <a:r>
              <a:rPr lang="de-DE" dirty="0"/>
              <a:t>Docker Setup</a:t>
            </a:r>
          </a:p>
          <a:p>
            <a:r>
              <a:rPr lang="de-DE" dirty="0"/>
              <a:t>Enumeration</a:t>
            </a:r>
          </a:p>
          <a:p>
            <a:r>
              <a:rPr lang="de-DE" dirty="0"/>
              <a:t>Übungsaufgaben</a:t>
            </a:r>
          </a:p>
          <a:p>
            <a:pPr marL="0" indent="0">
              <a:buNone/>
            </a:pPr>
            <a:endParaRPr lang="de-DE" dirty="0"/>
          </a:p>
        </p:txBody>
      </p:sp>
    </p:spTree>
    <p:extLst>
      <p:ext uri="{BB962C8B-B14F-4D97-AF65-F5344CB8AC3E}">
        <p14:creationId xmlns:p14="http://schemas.microsoft.com/office/powerpoint/2010/main" val="330572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A0EC85B1-3C45-483D-9CF9-271D17B871AB}"/>
              </a:ext>
            </a:extLst>
          </p:cNvPr>
          <p:cNvSpPr>
            <a:spLocks noGrp="1"/>
          </p:cNvSpPr>
          <p:nvPr>
            <p:ph type="dt" sz="half" idx="14"/>
          </p:nvPr>
        </p:nvSpPr>
        <p:spPr/>
        <p:txBody>
          <a:bodyPr/>
          <a:lstStyle/>
          <a:p>
            <a:fld id="{A08A1C78-06F3-42EE-A611-DC03295AE284}" type="datetime1">
              <a:rPr lang="de-DE" smtClean="0"/>
              <a:pPr/>
              <a:t>21.11.2022</a:t>
            </a:fld>
            <a:endParaRPr lang="de-DE" dirty="0"/>
          </a:p>
        </p:txBody>
      </p:sp>
      <p:sp>
        <p:nvSpPr>
          <p:cNvPr id="4" name="Fußzeilenplatzhalter 3">
            <a:extLst>
              <a:ext uri="{FF2B5EF4-FFF2-40B4-BE49-F238E27FC236}">
                <a16:creationId xmlns:a16="http://schemas.microsoft.com/office/drawing/2014/main" id="{A2E4D442-C7E6-4081-B5D4-D739F74585B6}"/>
              </a:ext>
            </a:extLst>
          </p:cNvPr>
          <p:cNvSpPr>
            <a:spLocks noGrp="1"/>
          </p:cNvSpPr>
          <p:nvPr>
            <p:ph type="ftr" sz="quarter" idx="15"/>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5EE620A7-64B7-4F56-A530-263670DC6BFF}"/>
              </a:ext>
            </a:extLst>
          </p:cNvPr>
          <p:cNvSpPr>
            <a:spLocks noGrp="1"/>
          </p:cNvSpPr>
          <p:nvPr>
            <p:ph type="sldNum" sz="quarter" idx="16"/>
          </p:nvPr>
        </p:nvSpPr>
        <p:spPr/>
        <p:txBody>
          <a:bodyPr/>
          <a:lstStyle/>
          <a:p>
            <a:fld id="{F86FCC4D-0438-154F-9910-1CF4711F776F}" type="slidenum">
              <a:rPr lang="de-DE" smtClean="0"/>
              <a:pPr/>
              <a:t>3</a:t>
            </a:fld>
            <a:endParaRPr lang="de-DE" dirty="0"/>
          </a:p>
        </p:txBody>
      </p:sp>
      <p:sp>
        <p:nvSpPr>
          <p:cNvPr id="6" name="Inhaltsplatzhalter 5">
            <a:extLst>
              <a:ext uri="{FF2B5EF4-FFF2-40B4-BE49-F238E27FC236}">
                <a16:creationId xmlns:a16="http://schemas.microsoft.com/office/drawing/2014/main" id="{C147A54D-230C-49CC-8ED5-B3F9D9515C51}"/>
              </a:ext>
            </a:extLst>
          </p:cNvPr>
          <p:cNvSpPr>
            <a:spLocks noGrp="1"/>
          </p:cNvSpPr>
          <p:nvPr>
            <p:ph sz="quarter" idx="17"/>
          </p:nvPr>
        </p:nvSpPr>
        <p:spPr/>
        <p:txBody>
          <a:bodyPr/>
          <a:lstStyle/>
          <a:p>
            <a:r>
              <a:rPr lang="de-DE" dirty="0"/>
              <a:t>Disclaimer: wir besprechen hier ausschließlich </a:t>
            </a:r>
            <a:r>
              <a:rPr lang="de-DE" dirty="0" err="1"/>
              <a:t>Konfigurations</a:t>
            </a:r>
            <a:r>
              <a:rPr lang="de-DE" dirty="0"/>
              <a:t> und Berechtigungsthemen, </a:t>
            </a:r>
            <a:r>
              <a:rPr lang="de-DE" b="1" dirty="0"/>
              <a:t>keine</a:t>
            </a:r>
            <a:r>
              <a:rPr lang="de-DE" dirty="0"/>
              <a:t> Kernelexploits o.ä.</a:t>
            </a:r>
          </a:p>
          <a:p>
            <a:r>
              <a:rPr lang="de-DE" dirty="0"/>
              <a:t>Entsprechend sind die folgenden „Lücken“ auch für die aktuellsten Linuxversionen relevant ;)</a:t>
            </a:r>
          </a:p>
        </p:txBody>
      </p:sp>
      <p:sp>
        <p:nvSpPr>
          <p:cNvPr id="7" name="Textplatzhalter 6">
            <a:extLst>
              <a:ext uri="{FF2B5EF4-FFF2-40B4-BE49-F238E27FC236}">
                <a16:creationId xmlns:a16="http://schemas.microsoft.com/office/drawing/2014/main" id="{7A0E8C60-8F40-45E7-AFB1-6AC729BD0840}"/>
              </a:ext>
            </a:extLst>
          </p:cNvPr>
          <p:cNvSpPr>
            <a:spLocks noGrp="1"/>
          </p:cNvSpPr>
          <p:nvPr>
            <p:ph type="body" sz="quarter" idx="18"/>
          </p:nvPr>
        </p:nvSpPr>
        <p:spPr/>
        <p:txBody>
          <a:bodyPr/>
          <a:lstStyle/>
          <a:p>
            <a:endParaRPr lang="de-DE" dirty="0"/>
          </a:p>
        </p:txBody>
      </p:sp>
      <p:sp>
        <p:nvSpPr>
          <p:cNvPr id="9" name="Inhaltsplatzhalter 8">
            <a:extLst>
              <a:ext uri="{FF2B5EF4-FFF2-40B4-BE49-F238E27FC236}">
                <a16:creationId xmlns:a16="http://schemas.microsoft.com/office/drawing/2014/main" id="{3906AB88-8516-45A1-84F0-9B8ED75DF224}"/>
              </a:ext>
            </a:extLst>
          </p:cNvPr>
          <p:cNvSpPr>
            <a:spLocks noGrp="1"/>
          </p:cNvSpPr>
          <p:nvPr>
            <p:ph sz="quarter" idx="20"/>
          </p:nvPr>
        </p:nvSpPr>
        <p:spPr/>
        <p:txBody>
          <a:bodyPr/>
          <a:lstStyle/>
          <a:p>
            <a:endParaRPr lang="de-DE" dirty="0"/>
          </a:p>
        </p:txBody>
      </p:sp>
      <p:sp>
        <p:nvSpPr>
          <p:cNvPr id="2" name="Titel 1">
            <a:extLst>
              <a:ext uri="{FF2B5EF4-FFF2-40B4-BE49-F238E27FC236}">
                <a16:creationId xmlns:a16="http://schemas.microsoft.com/office/drawing/2014/main" id="{ABB9F452-D742-461C-AD36-ECCD3040D9FB}"/>
              </a:ext>
            </a:extLst>
          </p:cNvPr>
          <p:cNvSpPr>
            <a:spLocks noGrp="1"/>
          </p:cNvSpPr>
          <p:nvPr>
            <p:ph type="title"/>
          </p:nvPr>
        </p:nvSpPr>
        <p:spPr/>
        <p:txBody>
          <a:bodyPr anchor="t"/>
          <a:lstStyle/>
          <a:p>
            <a:r>
              <a:rPr lang="de-DE" dirty="0"/>
              <a:t>Einleitung</a:t>
            </a:r>
          </a:p>
        </p:txBody>
      </p:sp>
    </p:spTree>
    <p:extLst>
      <p:ext uri="{BB962C8B-B14F-4D97-AF65-F5344CB8AC3E}">
        <p14:creationId xmlns:p14="http://schemas.microsoft.com/office/powerpoint/2010/main" val="13628810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Wir haben eine VM sowie </a:t>
            </a:r>
            <a:r>
              <a:rPr lang="de-DE" dirty="0" err="1"/>
              <a:t>Dockercontainer</a:t>
            </a:r>
            <a:r>
              <a:rPr lang="de-DE" dirty="0"/>
              <a:t> vorbereitet in dem Ihr die folgenden Übungen ausprobieren könnt</a:t>
            </a:r>
          </a:p>
          <a:p>
            <a:endParaRPr lang="de-DE" dirty="0"/>
          </a:p>
          <a:p>
            <a:r>
              <a:rPr lang="en-US" dirty="0"/>
              <a:t>docker pull </a:t>
            </a:r>
            <a:r>
              <a:rPr lang="en-US" dirty="0" err="1"/>
              <a:t>lpeworkshop</a:t>
            </a:r>
            <a:r>
              <a:rPr lang="en-US" dirty="0"/>
              <a:t>/</a:t>
            </a:r>
            <a:r>
              <a:rPr lang="en-US" dirty="0" err="1"/>
              <a:t>hacking:latest</a:t>
            </a:r>
            <a:endParaRPr lang="en-US" dirty="0"/>
          </a:p>
          <a:p>
            <a:r>
              <a:rPr lang="en-US" dirty="0"/>
              <a:t>docker run --rm -it </a:t>
            </a:r>
            <a:r>
              <a:rPr lang="en-US" dirty="0" err="1"/>
              <a:t>lpeworkshop</a:t>
            </a:r>
            <a:r>
              <a:rPr lang="en-US" dirty="0"/>
              <a:t>/</a:t>
            </a:r>
            <a:r>
              <a:rPr lang="en-US" dirty="0" err="1"/>
              <a:t>hacking:latest</a:t>
            </a:r>
            <a:endParaRPr lang="en-US" dirty="0"/>
          </a:p>
          <a:p>
            <a:endParaRPr lang="en-US" dirty="0"/>
          </a:p>
          <a:p>
            <a:r>
              <a:rPr lang="en-US" dirty="0"/>
              <a:t>Oder Debian VM Download</a:t>
            </a:r>
          </a:p>
          <a:p>
            <a:r>
              <a:rPr lang="en-US" dirty="0" err="1"/>
              <a:t>Virtualbox</a:t>
            </a:r>
            <a:r>
              <a:rPr lang="en-US" dirty="0"/>
              <a:t> &gt; </a:t>
            </a:r>
            <a:r>
              <a:rPr lang="en-US" dirty="0" err="1"/>
              <a:t>Datei</a:t>
            </a:r>
            <a:r>
              <a:rPr lang="en-US" dirty="0"/>
              <a:t> &gt; Appliance </a:t>
            </a:r>
            <a:r>
              <a:rPr lang="en-US" dirty="0" err="1"/>
              <a:t>importieren</a:t>
            </a:r>
            <a:r>
              <a:rPr lang="en-US" dirty="0"/>
              <a:t> …</a:t>
            </a:r>
          </a:p>
          <a:p>
            <a:endParaRPr lang="en-US" dirty="0"/>
          </a:p>
          <a:p>
            <a:r>
              <a:rPr lang="en-US" dirty="0" err="1"/>
              <a:t>Hinweis</a:t>
            </a:r>
            <a:r>
              <a:rPr lang="en-US" dirty="0"/>
              <a:t>: Da in </a:t>
            </a:r>
            <a:r>
              <a:rPr lang="en-US" dirty="0" err="1"/>
              <a:t>einem</a:t>
            </a:r>
            <a:r>
              <a:rPr lang="en-US" dirty="0"/>
              <a:t> Docker-Container Cron-Jobs </a:t>
            </a:r>
            <a:r>
              <a:rPr lang="en-US" dirty="0" err="1"/>
              <a:t>nicht</a:t>
            </a:r>
            <a:r>
              <a:rPr lang="en-US" dirty="0"/>
              <a:t> </a:t>
            </a:r>
            <a:r>
              <a:rPr lang="en-US" dirty="0" err="1"/>
              <a:t>wirklich</a:t>
            </a:r>
            <a:r>
              <a:rPr lang="en-US" dirty="0"/>
              <a:t> </a:t>
            </a:r>
            <a:r>
              <a:rPr lang="en-US" dirty="0" err="1"/>
              <a:t>funktionieren</a:t>
            </a:r>
            <a:r>
              <a:rPr lang="en-US" dirty="0"/>
              <a:t>, </a:t>
            </a:r>
            <a:r>
              <a:rPr lang="en-US" dirty="0" err="1"/>
              <a:t>können</a:t>
            </a:r>
            <a:r>
              <a:rPr lang="en-US" dirty="0"/>
              <a:t> </a:t>
            </a:r>
            <a:r>
              <a:rPr lang="en-US" dirty="0" err="1"/>
              <a:t>nicht</a:t>
            </a:r>
            <a:r>
              <a:rPr lang="en-US" dirty="0"/>
              <a:t> alle </a:t>
            </a:r>
            <a:r>
              <a:rPr lang="en-US" dirty="0" err="1"/>
              <a:t>Aufgaben</a:t>
            </a:r>
            <a:r>
              <a:rPr lang="en-US" dirty="0"/>
              <a:t> </a:t>
            </a:r>
            <a:r>
              <a:rPr lang="en-US" dirty="0" err="1"/>
              <a:t>im</a:t>
            </a:r>
            <a:r>
              <a:rPr lang="en-US" dirty="0"/>
              <a:t> Docker Container </a:t>
            </a:r>
            <a:r>
              <a:rPr lang="en-US" dirty="0" err="1"/>
              <a:t>nachvollzogen</a:t>
            </a:r>
            <a:r>
              <a:rPr lang="en-US" dirty="0"/>
              <a:t> </a:t>
            </a:r>
            <a:r>
              <a:rPr lang="en-US" dirty="0" err="1"/>
              <a:t>werden</a:t>
            </a:r>
            <a:r>
              <a:rPr lang="en-US" dirty="0"/>
              <a:t>. </a:t>
            </a:r>
            <a:r>
              <a:rPr lang="en-US" dirty="0" err="1"/>
              <a:t>Nutzt</a:t>
            </a:r>
            <a:r>
              <a:rPr lang="en-US" dirty="0"/>
              <a:t> </a:t>
            </a:r>
            <a:r>
              <a:rPr lang="en-US" dirty="0" err="1"/>
              <a:t>dafür</a:t>
            </a:r>
            <a:r>
              <a:rPr lang="en-US" dirty="0"/>
              <a:t> die VM.</a:t>
            </a:r>
            <a:endParaRPr lang="de-DE" dirty="0"/>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4</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a:t>Setup</a:t>
            </a:r>
          </a:p>
        </p:txBody>
      </p:sp>
      <p:pic>
        <p:nvPicPr>
          <p:cNvPr id="8" name="Inhaltsplatzhalter 9">
            <a:extLst>
              <a:ext uri="{FF2B5EF4-FFF2-40B4-BE49-F238E27FC236}">
                <a16:creationId xmlns:a16="http://schemas.microsoft.com/office/drawing/2014/main" id="{2D37D28E-7021-C216-327B-DE9C739C9FB2}"/>
              </a:ext>
            </a:extLst>
          </p:cNvPr>
          <p:cNvPicPr>
            <a:picLocks noChangeAspect="1"/>
          </p:cNvPicPr>
          <p:nvPr/>
        </p:nvPicPr>
        <p:blipFill>
          <a:blip r:embed="rId3"/>
          <a:stretch>
            <a:fillRect/>
          </a:stretch>
        </p:blipFill>
        <p:spPr>
          <a:xfrm>
            <a:off x="359012" y="1746082"/>
            <a:ext cx="3003194" cy="2483892"/>
          </a:xfrm>
          <a:prstGeom prst="rect">
            <a:avLst/>
          </a:prstGeom>
        </p:spPr>
      </p:pic>
    </p:spTree>
    <p:extLst>
      <p:ext uri="{BB962C8B-B14F-4D97-AF65-F5344CB8AC3E}">
        <p14:creationId xmlns:p14="http://schemas.microsoft.com/office/powerpoint/2010/main" val="30106068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F3AEB49C-DA8F-0AF7-50C0-9F291DF68AED}"/>
              </a:ext>
            </a:extLst>
          </p:cNvPr>
          <p:cNvSpPr>
            <a:spLocks noGrp="1"/>
          </p:cNvSpPr>
          <p:nvPr>
            <p:ph type="dt" sz="half" idx="14"/>
          </p:nvPr>
        </p:nvSpPr>
        <p:spPr/>
        <p:txBody>
          <a:bodyPr/>
          <a:lstStyle/>
          <a:p>
            <a:fld id="{69545B60-613F-44AB-9BBA-A7C4A96C2337}" type="datetime1">
              <a:rPr lang="de-DE" smtClean="0"/>
              <a:t>21.11.2022</a:t>
            </a:fld>
            <a:endParaRPr lang="de-DE" dirty="0"/>
          </a:p>
        </p:txBody>
      </p:sp>
      <p:sp>
        <p:nvSpPr>
          <p:cNvPr id="3" name="Fußzeilenplatzhalter 2">
            <a:extLst>
              <a:ext uri="{FF2B5EF4-FFF2-40B4-BE49-F238E27FC236}">
                <a16:creationId xmlns:a16="http://schemas.microsoft.com/office/drawing/2014/main" id="{9BA1D886-E95C-59CD-94B9-45D299E11421}"/>
              </a:ext>
            </a:extLst>
          </p:cNvPr>
          <p:cNvSpPr>
            <a:spLocks noGrp="1"/>
          </p:cNvSpPr>
          <p:nvPr>
            <p:ph type="ftr" sz="quarter" idx="15"/>
          </p:nvPr>
        </p:nvSpPr>
        <p:spPr/>
        <p:txBody>
          <a:bodyPr/>
          <a:lstStyle/>
          <a:p>
            <a:r>
              <a:rPr lang="de-DE"/>
              <a:t>Linux Privilege Escalation Workshop</a:t>
            </a:r>
            <a:endParaRPr lang="de-DE" dirty="0"/>
          </a:p>
        </p:txBody>
      </p:sp>
      <p:sp>
        <p:nvSpPr>
          <p:cNvPr id="4" name="Foliennummernplatzhalter 3">
            <a:extLst>
              <a:ext uri="{FF2B5EF4-FFF2-40B4-BE49-F238E27FC236}">
                <a16:creationId xmlns:a16="http://schemas.microsoft.com/office/drawing/2014/main" id="{0C1BF9E6-E624-EDFF-0986-83B5232D107D}"/>
              </a:ext>
            </a:extLst>
          </p:cNvPr>
          <p:cNvSpPr>
            <a:spLocks noGrp="1"/>
          </p:cNvSpPr>
          <p:nvPr>
            <p:ph type="sldNum" sz="quarter" idx="16"/>
          </p:nvPr>
        </p:nvSpPr>
        <p:spPr/>
        <p:txBody>
          <a:bodyPr/>
          <a:lstStyle/>
          <a:p>
            <a:fld id="{F86FCC4D-0438-154F-9910-1CF4711F776F}" type="slidenum">
              <a:rPr lang="de-DE" smtClean="0"/>
              <a:pPr/>
              <a:t>5</a:t>
            </a:fld>
            <a:endParaRPr lang="de-DE" dirty="0"/>
          </a:p>
        </p:txBody>
      </p:sp>
      <p:sp>
        <p:nvSpPr>
          <p:cNvPr id="5" name="Inhaltsplatzhalter 4">
            <a:extLst>
              <a:ext uri="{FF2B5EF4-FFF2-40B4-BE49-F238E27FC236}">
                <a16:creationId xmlns:a16="http://schemas.microsoft.com/office/drawing/2014/main" id="{D6DE39B5-666D-97A9-C6B6-4F4307899266}"/>
              </a:ext>
            </a:extLst>
          </p:cNvPr>
          <p:cNvSpPr>
            <a:spLocks noGrp="1"/>
          </p:cNvSpPr>
          <p:nvPr>
            <p:ph sz="quarter" idx="17"/>
          </p:nvPr>
        </p:nvSpPr>
        <p:spPr/>
        <p:txBody>
          <a:bodyPr/>
          <a:lstStyle/>
          <a:p>
            <a:pPr marL="0" indent="0">
              <a:buNone/>
            </a:pPr>
            <a:r>
              <a:rPr lang="de-DE" dirty="0"/>
              <a:t>System</a:t>
            </a:r>
          </a:p>
          <a:p>
            <a:pPr marL="0" indent="0">
              <a:buNone/>
            </a:pPr>
            <a:r>
              <a:rPr lang="de-DE" b="0" dirty="0">
                <a:solidFill>
                  <a:srgbClr val="D4D4D4"/>
                </a:solidFill>
                <a:effectLst/>
                <a:latin typeface="Consolas" panose="020B0609020204030204" pitchFamily="49" charset="0"/>
              </a:rPr>
              <a:t> </a:t>
            </a:r>
            <a:r>
              <a:rPr lang="de-DE" b="0" dirty="0" err="1">
                <a:solidFill>
                  <a:srgbClr val="CE9178"/>
                </a:solidFill>
                <a:effectLst/>
                <a:latin typeface="Consolas" panose="020B0609020204030204" pitchFamily="49" charset="0"/>
              </a:rPr>
              <a:t>hostname</a:t>
            </a:r>
            <a:endParaRPr lang="de-DE" b="0" dirty="0">
              <a:solidFill>
                <a:srgbClr val="D4D4D4"/>
              </a:solidFill>
              <a:effectLst/>
              <a:latin typeface="Consolas" panose="020B0609020204030204" pitchFamily="49" charset="0"/>
            </a:endParaRPr>
          </a:p>
          <a:p>
            <a:pPr marL="0" indent="0">
              <a:buNone/>
            </a:pPr>
            <a:r>
              <a:rPr lang="de-DE" b="0" dirty="0">
                <a:solidFill>
                  <a:srgbClr val="D4D4D4"/>
                </a:solidFill>
                <a:effectLst/>
                <a:latin typeface="Consolas" panose="020B0609020204030204" pitchFamily="49" charset="0"/>
              </a:rPr>
              <a:t> </a:t>
            </a:r>
            <a:r>
              <a:rPr lang="de-DE" b="0" dirty="0" err="1">
                <a:solidFill>
                  <a:srgbClr val="CE9178"/>
                </a:solidFill>
                <a:effectLst/>
                <a:latin typeface="Consolas" panose="020B0609020204030204" pitchFamily="49" charset="0"/>
              </a:rPr>
              <a:t>uname</a:t>
            </a:r>
            <a:r>
              <a:rPr lang="de-DE" b="0" dirty="0">
                <a:solidFill>
                  <a:srgbClr val="CE9178"/>
                </a:solidFill>
                <a:effectLst/>
                <a:latin typeface="Consolas" panose="020B0609020204030204" pitchFamily="49" charset="0"/>
              </a:rPr>
              <a:t> -a</a:t>
            </a:r>
            <a:endParaRPr lang="de-DE" b="0" dirty="0">
              <a:solidFill>
                <a:srgbClr val="D4D4D4"/>
              </a:solidFill>
              <a:effectLst/>
              <a:latin typeface="Consolas" panose="020B0609020204030204" pitchFamily="49" charset="0"/>
            </a:endParaRPr>
          </a:p>
          <a:p>
            <a:pPr marL="0" indent="0">
              <a:buNone/>
            </a:pPr>
            <a:r>
              <a:rPr lang="de-DE" b="0" dirty="0">
                <a:solidFill>
                  <a:srgbClr val="D4D4D4"/>
                </a:solidFill>
                <a:effectLst/>
                <a:latin typeface="Consolas" panose="020B0609020204030204" pitchFamily="49" charset="0"/>
              </a:rPr>
              <a:t> </a:t>
            </a:r>
            <a:r>
              <a:rPr lang="de-DE" b="0" dirty="0">
                <a:solidFill>
                  <a:srgbClr val="CE9178"/>
                </a:solidFill>
                <a:effectLst/>
                <a:latin typeface="Consolas" panose="020B0609020204030204" pitchFamily="49" charset="0"/>
              </a:rPr>
              <a:t>/</a:t>
            </a:r>
            <a:r>
              <a:rPr lang="de-DE" b="0" dirty="0" err="1">
                <a:solidFill>
                  <a:srgbClr val="CE9178"/>
                </a:solidFill>
                <a:effectLst/>
                <a:latin typeface="Consolas" panose="020B0609020204030204" pitchFamily="49" charset="0"/>
              </a:rPr>
              <a:t>proc</a:t>
            </a:r>
            <a:r>
              <a:rPr lang="de-DE" b="0" dirty="0">
                <a:solidFill>
                  <a:srgbClr val="CE9178"/>
                </a:solidFill>
                <a:effectLst/>
                <a:latin typeface="Consolas" panose="020B0609020204030204" pitchFamily="49" charset="0"/>
              </a:rPr>
              <a:t>/</a:t>
            </a:r>
            <a:r>
              <a:rPr lang="de-DE" b="0" dirty="0" err="1">
                <a:solidFill>
                  <a:srgbClr val="CE9178"/>
                </a:solidFill>
                <a:effectLst/>
                <a:latin typeface="Consolas" panose="020B0609020204030204" pitchFamily="49" charset="0"/>
              </a:rPr>
              <a:t>version</a:t>
            </a:r>
            <a:endParaRPr lang="de-DE" b="0" dirty="0">
              <a:solidFill>
                <a:srgbClr val="D4D4D4"/>
              </a:solidFill>
              <a:effectLst/>
              <a:latin typeface="Consolas" panose="020B0609020204030204" pitchFamily="49" charset="0"/>
            </a:endParaRPr>
          </a:p>
          <a:p>
            <a:pPr marL="0" indent="0">
              <a:buNone/>
            </a:pPr>
            <a:r>
              <a:rPr lang="de-DE" b="0" dirty="0">
                <a:solidFill>
                  <a:srgbClr val="D4D4D4"/>
                </a:solidFill>
                <a:effectLst/>
                <a:latin typeface="Consolas" panose="020B0609020204030204" pitchFamily="49" charset="0"/>
              </a:rPr>
              <a:t> </a:t>
            </a:r>
            <a:r>
              <a:rPr lang="de-DE" b="0" dirty="0">
                <a:solidFill>
                  <a:srgbClr val="CE9178"/>
                </a:solidFill>
                <a:effectLst/>
                <a:latin typeface="Consolas" panose="020B0609020204030204" pitchFamily="49" charset="0"/>
              </a:rPr>
              <a:t>/</a:t>
            </a:r>
            <a:r>
              <a:rPr lang="de-DE" b="0" dirty="0" err="1">
                <a:solidFill>
                  <a:srgbClr val="CE9178"/>
                </a:solidFill>
                <a:effectLst/>
                <a:latin typeface="Consolas" panose="020B0609020204030204" pitchFamily="49" charset="0"/>
              </a:rPr>
              <a:t>etc</a:t>
            </a:r>
            <a:r>
              <a:rPr lang="de-DE" b="0" dirty="0">
                <a:solidFill>
                  <a:srgbClr val="CE9178"/>
                </a:solidFill>
                <a:effectLst/>
                <a:latin typeface="Consolas" panose="020B0609020204030204" pitchFamily="49" charset="0"/>
              </a:rPr>
              <a:t>/</a:t>
            </a:r>
            <a:r>
              <a:rPr lang="de-DE" b="0" dirty="0" err="1">
                <a:solidFill>
                  <a:srgbClr val="CE9178"/>
                </a:solidFill>
                <a:effectLst/>
                <a:latin typeface="Consolas" panose="020B0609020204030204" pitchFamily="49" charset="0"/>
              </a:rPr>
              <a:t>issue</a:t>
            </a:r>
            <a:endParaRPr lang="de-DE" b="0" dirty="0">
              <a:solidFill>
                <a:srgbClr val="D4D4D4"/>
              </a:solidFill>
              <a:effectLst/>
              <a:latin typeface="Consolas" panose="020B0609020204030204" pitchFamily="49" charset="0"/>
            </a:endParaRPr>
          </a:p>
          <a:p>
            <a:pPr marL="0" indent="0">
              <a:buNone/>
            </a:pPr>
            <a:r>
              <a:rPr lang="de-DE" dirty="0"/>
              <a:t>Programme und Prozesse</a:t>
            </a:r>
          </a:p>
          <a:p>
            <a:pPr marL="0" indent="0">
              <a:buNone/>
            </a:pPr>
            <a:r>
              <a:rPr lang="fr-FR" b="0" dirty="0" err="1">
                <a:solidFill>
                  <a:srgbClr val="CE9178"/>
                </a:solidFill>
                <a:effectLst/>
                <a:latin typeface="Consolas" panose="020B0609020204030204" pitchFamily="49" charset="0"/>
              </a:rPr>
              <a:t>ps</a:t>
            </a:r>
            <a:r>
              <a:rPr lang="fr-FR" b="0" dirty="0">
                <a:solidFill>
                  <a:srgbClr val="CE9178"/>
                </a:solidFill>
                <a:effectLst/>
                <a:latin typeface="Consolas" panose="020B0609020204030204" pitchFamily="49" charset="0"/>
              </a:rPr>
              <a:t> aux</a:t>
            </a:r>
            <a:endParaRPr lang="fr-FR" b="0" dirty="0">
              <a:solidFill>
                <a:srgbClr val="D4D4D4"/>
              </a:solidFill>
              <a:effectLst/>
              <a:latin typeface="Consolas" panose="020B0609020204030204" pitchFamily="49" charset="0"/>
            </a:endParaRPr>
          </a:p>
          <a:p>
            <a:pPr marL="0" indent="0">
              <a:buNone/>
            </a:pPr>
            <a:r>
              <a:rPr lang="fr-FR" b="0" dirty="0" err="1">
                <a:solidFill>
                  <a:srgbClr val="CE9178"/>
                </a:solidFill>
                <a:effectLst/>
                <a:latin typeface="Consolas" panose="020B0609020204030204" pitchFamily="49" charset="0"/>
              </a:rPr>
              <a:t>env</a:t>
            </a:r>
            <a:endParaRPr lang="fr-FR" b="0" dirty="0">
              <a:solidFill>
                <a:srgbClr val="D4D4D4"/>
              </a:solidFill>
              <a:effectLst/>
              <a:latin typeface="Consolas" panose="020B0609020204030204" pitchFamily="49" charset="0"/>
            </a:endParaRPr>
          </a:p>
          <a:p>
            <a:pPr marL="0" indent="0">
              <a:buNone/>
            </a:pPr>
            <a:r>
              <a:rPr lang="fr-FR" b="0" dirty="0" err="1">
                <a:solidFill>
                  <a:srgbClr val="CE9178"/>
                </a:solidFill>
                <a:effectLst/>
                <a:latin typeface="Consolas" panose="020B0609020204030204" pitchFamily="49" charset="0"/>
              </a:rPr>
              <a:t>sudo</a:t>
            </a:r>
            <a:r>
              <a:rPr lang="fr-FR" b="0" dirty="0">
                <a:solidFill>
                  <a:srgbClr val="CE9178"/>
                </a:solidFill>
                <a:effectLst/>
                <a:latin typeface="Consolas" panose="020B0609020204030204" pitchFamily="49" charset="0"/>
              </a:rPr>
              <a:t> -l</a:t>
            </a:r>
            <a:endParaRPr lang="fr-FR" b="0" dirty="0">
              <a:solidFill>
                <a:srgbClr val="D4D4D4"/>
              </a:solidFill>
              <a:effectLst/>
              <a:latin typeface="Consolas" panose="020B0609020204030204" pitchFamily="49" charset="0"/>
            </a:endParaRPr>
          </a:p>
          <a:p>
            <a:pPr marL="0" indent="0">
              <a:buNone/>
            </a:pPr>
            <a:r>
              <a:rPr lang="fr-FR" b="0" dirty="0">
                <a:solidFill>
                  <a:srgbClr val="CE9178"/>
                </a:solidFill>
                <a:effectLst/>
                <a:latin typeface="Consolas" panose="020B0609020204030204" pitchFamily="49" charset="0"/>
              </a:rPr>
              <a:t>ls -la</a:t>
            </a:r>
            <a:endParaRPr lang="fr-FR" b="0" dirty="0">
              <a:solidFill>
                <a:srgbClr val="D4D4D4"/>
              </a:solidFill>
              <a:effectLst/>
              <a:latin typeface="Consolas" panose="020B0609020204030204" pitchFamily="49" charset="0"/>
            </a:endParaRPr>
          </a:p>
          <a:p>
            <a:pPr marL="0" indent="0">
              <a:buNone/>
            </a:pPr>
            <a:r>
              <a:rPr lang="fr-FR" b="0" dirty="0">
                <a:solidFill>
                  <a:srgbClr val="CE9178"/>
                </a:solidFill>
                <a:effectLst/>
                <a:latin typeface="Consolas" panose="020B0609020204030204" pitchFamily="49" charset="0"/>
              </a:rPr>
              <a:t>id</a:t>
            </a:r>
            <a:endParaRPr lang="fr-FR" b="0" dirty="0">
              <a:solidFill>
                <a:srgbClr val="D4D4D4"/>
              </a:solidFill>
              <a:effectLst/>
              <a:latin typeface="Consolas" panose="020B0609020204030204" pitchFamily="49" charset="0"/>
            </a:endParaRPr>
          </a:p>
          <a:p>
            <a:pPr marL="0" indent="0">
              <a:buNone/>
            </a:pPr>
            <a:r>
              <a:rPr lang="fr-FR" b="0" dirty="0">
                <a:solidFill>
                  <a:srgbClr val="CE9178"/>
                </a:solidFill>
                <a:effectLst/>
                <a:latin typeface="Consolas" panose="020B0609020204030204" pitchFamily="49" charset="0"/>
              </a:rPr>
              <a:t>/</a:t>
            </a:r>
            <a:r>
              <a:rPr lang="fr-FR" b="0" dirty="0" err="1">
                <a:solidFill>
                  <a:srgbClr val="CE9178"/>
                </a:solidFill>
                <a:effectLst/>
                <a:latin typeface="Consolas" panose="020B0609020204030204" pitchFamily="49" charset="0"/>
              </a:rPr>
              <a:t>etc</a:t>
            </a:r>
            <a:r>
              <a:rPr lang="fr-FR" b="0" dirty="0">
                <a:solidFill>
                  <a:srgbClr val="CE9178"/>
                </a:solidFill>
                <a:effectLst/>
                <a:latin typeface="Consolas" panose="020B0609020204030204" pitchFamily="49" charset="0"/>
              </a:rPr>
              <a:t>/</a:t>
            </a:r>
            <a:r>
              <a:rPr lang="fr-FR" b="0" dirty="0" err="1">
                <a:solidFill>
                  <a:srgbClr val="CE9178"/>
                </a:solidFill>
                <a:effectLst/>
                <a:latin typeface="Consolas" panose="020B0609020204030204" pitchFamily="49" charset="0"/>
              </a:rPr>
              <a:t>passwd</a:t>
            </a:r>
            <a:endParaRPr lang="fr-FR" b="0" dirty="0">
              <a:solidFill>
                <a:srgbClr val="D4D4D4"/>
              </a:solidFill>
              <a:effectLst/>
              <a:latin typeface="Consolas" panose="020B0609020204030204" pitchFamily="49" charset="0"/>
            </a:endParaRPr>
          </a:p>
          <a:p>
            <a:pPr marL="0" indent="0">
              <a:buNone/>
            </a:pPr>
            <a:r>
              <a:rPr lang="fr-FR" b="0" dirty="0" err="1">
                <a:solidFill>
                  <a:srgbClr val="CE9178"/>
                </a:solidFill>
                <a:effectLst/>
                <a:latin typeface="Consolas" panose="020B0609020204030204" pitchFamily="49" charset="0"/>
              </a:rPr>
              <a:t>history</a:t>
            </a:r>
            <a:endParaRPr lang="fr-FR" b="0" dirty="0">
              <a:solidFill>
                <a:srgbClr val="D4D4D4"/>
              </a:solidFill>
              <a:effectLst/>
              <a:latin typeface="Consolas" panose="020B0609020204030204" pitchFamily="49" charset="0"/>
            </a:endParaRPr>
          </a:p>
          <a:p>
            <a:pPr marL="0" indent="0">
              <a:buNone/>
            </a:pPr>
            <a:endParaRPr lang="de-DE" dirty="0"/>
          </a:p>
        </p:txBody>
      </p:sp>
      <p:sp>
        <p:nvSpPr>
          <p:cNvPr id="6" name="Textplatzhalter 5">
            <a:extLst>
              <a:ext uri="{FF2B5EF4-FFF2-40B4-BE49-F238E27FC236}">
                <a16:creationId xmlns:a16="http://schemas.microsoft.com/office/drawing/2014/main" id="{5F8FC99C-CFED-5FE8-B37C-A3846CBF8498}"/>
              </a:ext>
            </a:extLst>
          </p:cNvPr>
          <p:cNvSpPr>
            <a:spLocks noGrp="1"/>
          </p:cNvSpPr>
          <p:nvPr>
            <p:ph type="body" sz="quarter" idx="18"/>
          </p:nvPr>
        </p:nvSpPr>
        <p:spPr/>
        <p:txBody>
          <a:bodyPr/>
          <a:lstStyle/>
          <a:p>
            <a:endParaRPr lang="de-DE"/>
          </a:p>
        </p:txBody>
      </p:sp>
      <p:sp>
        <p:nvSpPr>
          <p:cNvPr id="7" name="Inhaltsplatzhalter 6">
            <a:extLst>
              <a:ext uri="{FF2B5EF4-FFF2-40B4-BE49-F238E27FC236}">
                <a16:creationId xmlns:a16="http://schemas.microsoft.com/office/drawing/2014/main" id="{2AF74D6D-9DCE-F76D-0D72-99873051B5F4}"/>
              </a:ext>
            </a:extLst>
          </p:cNvPr>
          <p:cNvSpPr>
            <a:spLocks noGrp="1"/>
          </p:cNvSpPr>
          <p:nvPr>
            <p:ph sz="quarter" idx="20"/>
          </p:nvPr>
        </p:nvSpPr>
        <p:spPr/>
        <p:txBody>
          <a:bodyPr/>
          <a:lstStyle/>
          <a:p>
            <a:pPr marL="0" indent="0">
              <a:buNone/>
            </a:pPr>
            <a:r>
              <a:rPr lang="de-DE" dirty="0">
                <a:solidFill>
                  <a:srgbClr val="00B050"/>
                </a:solidFill>
                <a:latin typeface="Lucida Sans Typewriter" panose="020B0604020202020204" pitchFamily="49" charset="0"/>
              </a:rPr>
              <a:t>Am Anfang steht immer die Recherche.</a:t>
            </a:r>
          </a:p>
          <a:p>
            <a:pPr>
              <a:buFont typeface="Arial" panose="020B0604020202020204" pitchFamily="34" charset="0"/>
              <a:buChar char="•"/>
            </a:pPr>
            <a:r>
              <a:rPr lang="de-DE" dirty="0">
                <a:solidFill>
                  <a:srgbClr val="00B050"/>
                </a:solidFill>
                <a:latin typeface="Lucida Sans Typewriter" panose="020B0604020202020204" pitchFamily="49" charset="0"/>
              </a:rPr>
              <a:t>Auf was für einem System befinde ich mich?</a:t>
            </a:r>
          </a:p>
          <a:p>
            <a:pPr>
              <a:buFont typeface="Arial" panose="020B0604020202020204" pitchFamily="34" charset="0"/>
              <a:buChar char="•"/>
            </a:pPr>
            <a:r>
              <a:rPr lang="de-DE" dirty="0">
                <a:solidFill>
                  <a:srgbClr val="00B050"/>
                </a:solidFill>
                <a:latin typeface="Lucida Sans Typewriter" panose="020B0604020202020204" pitchFamily="49" charset="0"/>
              </a:rPr>
              <a:t>Welche Linux Distribution, welche Kernel-Version?</a:t>
            </a:r>
          </a:p>
          <a:p>
            <a:pPr>
              <a:buFont typeface="Arial" panose="020B0604020202020204" pitchFamily="34" charset="0"/>
              <a:buChar char="•"/>
            </a:pPr>
            <a:r>
              <a:rPr lang="de-DE" dirty="0">
                <a:solidFill>
                  <a:srgbClr val="00B050"/>
                </a:solidFill>
                <a:latin typeface="Lucida Sans Typewriter" panose="020B0604020202020204" pitchFamily="49" charset="0"/>
              </a:rPr>
              <a:t>Mit diesen Infos lassen sich bspw. Kernel Exploits identifizieren.</a:t>
            </a:r>
          </a:p>
        </p:txBody>
      </p:sp>
      <p:sp>
        <p:nvSpPr>
          <p:cNvPr id="8" name="Inhaltsplatzhalter 7">
            <a:extLst>
              <a:ext uri="{FF2B5EF4-FFF2-40B4-BE49-F238E27FC236}">
                <a16:creationId xmlns:a16="http://schemas.microsoft.com/office/drawing/2014/main" id="{9537C5B9-3618-F826-FDDB-1078B782F170}"/>
              </a:ext>
            </a:extLst>
          </p:cNvPr>
          <p:cNvSpPr>
            <a:spLocks noGrp="1"/>
          </p:cNvSpPr>
          <p:nvPr>
            <p:ph sz="quarter" idx="21"/>
          </p:nvPr>
        </p:nvSpPr>
        <p:spPr/>
        <p:txBody>
          <a:bodyPr/>
          <a:lstStyle/>
          <a:p>
            <a:pPr marL="0" indent="0">
              <a:buNone/>
            </a:pPr>
            <a:r>
              <a:rPr lang="de-DE" dirty="0"/>
              <a:t>Netzwerk</a:t>
            </a:r>
          </a:p>
          <a:p>
            <a:pPr marL="0" indent="0">
              <a:buNone/>
            </a:pPr>
            <a:r>
              <a:rPr lang="de-DE" b="0" dirty="0" err="1">
                <a:solidFill>
                  <a:srgbClr val="CE9178"/>
                </a:solidFill>
                <a:effectLst/>
                <a:latin typeface="Consolas" panose="020B0609020204030204" pitchFamily="49" charset="0"/>
              </a:rPr>
              <a:t>ifconfig</a:t>
            </a:r>
            <a:endParaRPr lang="de-DE" b="0" dirty="0">
              <a:solidFill>
                <a:srgbClr val="D4D4D4"/>
              </a:solidFill>
              <a:effectLst/>
              <a:latin typeface="Consolas" panose="020B0609020204030204" pitchFamily="49" charset="0"/>
            </a:endParaRPr>
          </a:p>
          <a:p>
            <a:pPr marL="0" indent="0">
              <a:buNone/>
            </a:pPr>
            <a:r>
              <a:rPr lang="de-DE" b="0" dirty="0" err="1">
                <a:solidFill>
                  <a:srgbClr val="CE9178"/>
                </a:solidFill>
                <a:effectLst/>
                <a:latin typeface="Consolas" panose="020B0609020204030204" pitchFamily="49" charset="0"/>
              </a:rPr>
              <a:t>netstat</a:t>
            </a:r>
            <a:endParaRPr lang="de-DE" b="0" dirty="0">
              <a:solidFill>
                <a:srgbClr val="D4D4D4"/>
              </a:solidFill>
              <a:effectLst/>
              <a:latin typeface="Consolas" panose="020B0609020204030204" pitchFamily="49" charset="0"/>
            </a:endParaRPr>
          </a:p>
          <a:p>
            <a:pPr marL="0" indent="0">
              <a:buNone/>
            </a:pPr>
            <a:endParaRPr lang="de-DE" dirty="0"/>
          </a:p>
          <a:p>
            <a:pPr marL="0" indent="0">
              <a:buNone/>
            </a:pPr>
            <a:endParaRPr lang="de-DE" dirty="0"/>
          </a:p>
        </p:txBody>
      </p:sp>
      <p:sp>
        <p:nvSpPr>
          <p:cNvPr id="9" name="Titel 8">
            <a:extLst>
              <a:ext uri="{FF2B5EF4-FFF2-40B4-BE49-F238E27FC236}">
                <a16:creationId xmlns:a16="http://schemas.microsoft.com/office/drawing/2014/main" id="{36AE1685-774F-9179-BBF7-BF026B8744C4}"/>
              </a:ext>
            </a:extLst>
          </p:cNvPr>
          <p:cNvSpPr>
            <a:spLocks noGrp="1"/>
          </p:cNvSpPr>
          <p:nvPr>
            <p:ph type="title"/>
          </p:nvPr>
        </p:nvSpPr>
        <p:spPr/>
        <p:txBody>
          <a:bodyPr/>
          <a:lstStyle/>
          <a:p>
            <a:r>
              <a:rPr lang="de-DE" dirty="0"/>
              <a:t>Enumeration</a:t>
            </a:r>
          </a:p>
        </p:txBody>
      </p:sp>
    </p:spTree>
    <p:extLst>
      <p:ext uri="{BB962C8B-B14F-4D97-AF65-F5344CB8AC3E}">
        <p14:creationId xmlns:p14="http://schemas.microsoft.com/office/powerpoint/2010/main" val="28256506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A0EC85B1-3C45-483D-9CF9-271D17B871AB}"/>
              </a:ext>
            </a:extLst>
          </p:cNvPr>
          <p:cNvSpPr>
            <a:spLocks noGrp="1"/>
          </p:cNvSpPr>
          <p:nvPr>
            <p:ph type="dt" sz="half" idx="14"/>
          </p:nvPr>
        </p:nvSpPr>
        <p:spPr/>
        <p:txBody>
          <a:bodyPr/>
          <a:lstStyle/>
          <a:p>
            <a:fld id="{A08A1C78-06F3-42EE-A611-DC03295AE284}" type="datetime1">
              <a:rPr lang="de-DE" smtClean="0"/>
              <a:pPr/>
              <a:t>21.11.2022</a:t>
            </a:fld>
            <a:endParaRPr lang="de-DE" dirty="0"/>
          </a:p>
        </p:txBody>
      </p:sp>
      <p:sp>
        <p:nvSpPr>
          <p:cNvPr id="4" name="Fußzeilenplatzhalter 3">
            <a:extLst>
              <a:ext uri="{FF2B5EF4-FFF2-40B4-BE49-F238E27FC236}">
                <a16:creationId xmlns:a16="http://schemas.microsoft.com/office/drawing/2014/main" id="{A2E4D442-C7E6-4081-B5D4-D739F74585B6}"/>
              </a:ext>
            </a:extLst>
          </p:cNvPr>
          <p:cNvSpPr>
            <a:spLocks noGrp="1"/>
          </p:cNvSpPr>
          <p:nvPr>
            <p:ph type="ftr" sz="quarter" idx="15"/>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5EE620A7-64B7-4F56-A530-263670DC6BFF}"/>
              </a:ext>
            </a:extLst>
          </p:cNvPr>
          <p:cNvSpPr>
            <a:spLocks noGrp="1"/>
          </p:cNvSpPr>
          <p:nvPr>
            <p:ph type="sldNum" sz="quarter" idx="16"/>
          </p:nvPr>
        </p:nvSpPr>
        <p:spPr/>
        <p:txBody>
          <a:bodyPr/>
          <a:lstStyle/>
          <a:p>
            <a:fld id="{F86FCC4D-0438-154F-9910-1CF4711F776F}" type="slidenum">
              <a:rPr lang="de-DE" smtClean="0"/>
              <a:pPr/>
              <a:t>6</a:t>
            </a:fld>
            <a:endParaRPr lang="de-DE" dirty="0"/>
          </a:p>
        </p:txBody>
      </p:sp>
      <p:sp>
        <p:nvSpPr>
          <p:cNvPr id="6" name="Inhaltsplatzhalter 5">
            <a:extLst>
              <a:ext uri="{FF2B5EF4-FFF2-40B4-BE49-F238E27FC236}">
                <a16:creationId xmlns:a16="http://schemas.microsoft.com/office/drawing/2014/main" id="{C147A54D-230C-49CC-8ED5-B3F9D9515C51}"/>
              </a:ext>
            </a:extLst>
          </p:cNvPr>
          <p:cNvSpPr>
            <a:spLocks noGrp="1"/>
          </p:cNvSpPr>
          <p:nvPr>
            <p:ph sz="quarter" idx="17"/>
          </p:nvPr>
        </p:nvSpPr>
        <p:spPr/>
        <p:txBody>
          <a:bodyPr/>
          <a:lstStyle/>
          <a:p>
            <a:r>
              <a:rPr lang="de-DE" sz="1500" b="0" dirty="0">
                <a:solidFill>
                  <a:srgbClr val="CE9178"/>
                </a:solidFill>
                <a:effectLst/>
                <a:latin typeface="Consolas" panose="020B0609020204030204" pitchFamily="49" charset="0"/>
              </a:rPr>
              <a:t>find /</a:t>
            </a:r>
            <a:r>
              <a:rPr lang="de-DE" sz="1500" b="0" dirty="0" err="1">
                <a:solidFill>
                  <a:srgbClr val="CE9178"/>
                </a:solidFill>
                <a:effectLst/>
                <a:latin typeface="Consolas" panose="020B0609020204030204" pitchFamily="49" charset="0"/>
              </a:rPr>
              <a:t>home</a:t>
            </a:r>
            <a:r>
              <a:rPr lang="de-DE" sz="1500" b="0" dirty="0">
                <a:solidFill>
                  <a:srgbClr val="CE9178"/>
                </a:solidFill>
                <a:effectLst/>
                <a:latin typeface="Consolas" panose="020B0609020204030204" pitchFamily="49" charset="0"/>
              </a:rPr>
              <a:t> -name </a:t>
            </a:r>
            <a:r>
              <a:rPr lang="de-DE" sz="1500" b="0" dirty="0" err="1">
                <a:solidFill>
                  <a:srgbClr val="CE9178"/>
                </a:solidFill>
                <a:effectLst/>
                <a:latin typeface="Consolas" panose="020B0609020204030204" pitchFamily="49" charset="0"/>
              </a:rPr>
              <a:t>flag.txt</a:t>
            </a:r>
            <a:r>
              <a:rPr lang="de-DE" sz="1500" b="0" dirty="0">
                <a:solidFill>
                  <a:srgbClr val="D4D4D4"/>
                </a:solidFill>
                <a:effectLst/>
                <a:latin typeface="Consolas" panose="020B0609020204030204" pitchFamily="49" charset="0"/>
              </a:rPr>
              <a:t> Datei “</a:t>
            </a:r>
            <a:r>
              <a:rPr lang="de-DE" sz="1500" b="0" dirty="0" err="1">
                <a:solidFill>
                  <a:srgbClr val="D4D4D4"/>
                </a:solidFill>
                <a:effectLst/>
                <a:latin typeface="Consolas" panose="020B0609020204030204" pitchFamily="49" charset="0"/>
              </a:rPr>
              <a:t>flag.txt</a:t>
            </a:r>
            <a:r>
              <a:rPr lang="de-DE" sz="1500" b="0" dirty="0">
                <a:solidFill>
                  <a:srgbClr val="D4D4D4"/>
                </a:solidFill>
                <a:effectLst/>
                <a:latin typeface="Consolas" panose="020B0609020204030204" pitchFamily="49" charset="0"/>
              </a:rPr>
              <a:t>” im /</a:t>
            </a:r>
            <a:r>
              <a:rPr lang="de-DE" sz="1500" b="0" dirty="0" err="1">
                <a:solidFill>
                  <a:srgbClr val="D4D4D4"/>
                </a:solidFill>
                <a:effectLst/>
                <a:latin typeface="Consolas" panose="020B0609020204030204" pitchFamily="49" charset="0"/>
              </a:rPr>
              <a:t>home</a:t>
            </a:r>
            <a:r>
              <a:rPr lang="de-DE" sz="1500" b="0" dirty="0">
                <a:solidFill>
                  <a:srgbClr val="D4D4D4"/>
                </a:solidFill>
                <a:effectLst/>
                <a:latin typeface="Consolas" panose="020B0609020204030204" pitchFamily="49" charset="0"/>
              </a:rPr>
              <a:t> Verzeichnis</a:t>
            </a:r>
          </a:p>
          <a:p>
            <a:r>
              <a:rPr lang="de-DE" sz="1500" b="0" dirty="0">
                <a:solidFill>
                  <a:srgbClr val="CE9178"/>
                </a:solidFill>
                <a:effectLst/>
                <a:latin typeface="Consolas" panose="020B0609020204030204" pitchFamily="49" charset="0"/>
              </a:rPr>
              <a:t>find / -type d -name </a:t>
            </a:r>
            <a:r>
              <a:rPr lang="de-DE" sz="1500" b="0" dirty="0" err="1">
                <a:solidFill>
                  <a:srgbClr val="CE9178"/>
                </a:solidFill>
                <a:effectLst/>
                <a:latin typeface="Consolas" panose="020B0609020204030204" pitchFamily="49" charset="0"/>
              </a:rPr>
              <a:t>config</a:t>
            </a:r>
            <a:r>
              <a:rPr lang="de-DE" sz="1500" b="0" dirty="0">
                <a:solidFill>
                  <a:srgbClr val="D4D4D4"/>
                </a:solidFill>
                <a:effectLst/>
                <a:latin typeface="Consolas" panose="020B0609020204030204" pitchFamily="49" charset="0"/>
              </a:rPr>
              <a:t> Verzeichnis "</a:t>
            </a:r>
            <a:r>
              <a:rPr lang="de-DE" sz="1500" b="0" dirty="0" err="1">
                <a:solidFill>
                  <a:srgbClr val="D4D4D4"/>
                </a:solidFill>
                <a:effectLst/>
                <a:latin typeface="Consolas" panose="020B0609020204030204" pitchFamily="49" charset="0"/>
              </a:rPr>
              <a:t>config</a:t>
            </a:r>
            <a:r>
              <a:rPr lang="de-DE" sz="1500" b="0" dirty="0">
                <a:solidFill>
                  <a:srgbClr val="D4D4D4"/>
                </a:solidFill>
                <a:effectLst/>
                <a:latin typeface="Consolas" panose="020B0609020204030204" pitchFamily="49" charset="0"/>
              </a:rPr>
              <a:t>" unter “/”</a:t>
            </a:r>
          </a:p>
          <a:p>
            <a:r>
              <a:rPr lang="de-DE" sz="1500" b="0" dirty="0">
                <a:solidFill>
                  <a:srgbClr val="CE9178"/>
                </a:solidFill>
                <a:effectLst/>
                <a:latin typeface="Consolas" panose="020B0609020204030204" pitchFamily="49" charset="0"/>
              </a:rPr>
              <a:t>find / -type f -perm 0777</a:t>
            </a:r>
            <a:r>
              <a:rPr lang="de-DE" sz="1500" b="0" dirty="0">
                <a:solidFill>
                  <a:srgbClr val="D4D4D4"/>
                </a:solidFill>
                <a:effectLst/>
                <a:latin typeface="Consolas" panose="020B0609020204030204" pitchFamily="49" charset="0"/>
              </a:rPr>
              <a:t> Alle Dateien mit 777 Berechtigung (lesen, schreiben und ausführen für alle Benutzer)</a:t>
            </a:r>
          </a:p>
          <a:p>
            <a:r>
              <a:rPr lang="de-DE" sz="1500" b="0" dirty="0">
                <a:solidFill>
                  <a:srgbClr val="CE9178"/>
                </a:solidFill>
                <a:effectLst/>
                <a:latin typeface="Consolas" panose="020B0609020204030204" pitchFamily="49" charset="0"/>
              </a:rPr>
              <a:t>find / -perm a=x</a:t>
            </a:r>
            <a:r>
              <a:rPr lang="de-DE" sz="1500" b="0" dirty="0">
                <a:solidFill>
                  <a:srgbClr val="D4D4D4"/>
                </a:solidFill>
                <a:effectLst/>
                <a:latin typeface="Consolas" panose="020B0609020204030204" pitchFamily="49" charset="0"/>
              </a:rPr>
              <a:t> Ausführbare Dateien</a:t>
            </a:r>
          </a:p>
          <a:p>
            <a:r>
              <a:rPr lang="de-DE" sz="1500" b="0" dirty="0">
                <a:solidFill>
                  <a:srgbClr val="CE9178"/>
                </a:solidFill>
                <a:effectLst/>
                <a:latin typeface="Consolas" panose="020B0609020204030204" pitchFamily="49" charset="0"/>
              </a:rPr>
              <a:t>find /</a:t>
            </a:r>
            <a:r>
              <a:rPr lang="de-DE" sz="1500" b="0" dirty="0" err="1">
                <a:solidFill>
                  <a:srgbClr val="CE9178"/>
                </a:solidFill>
                <a:effectLst/>
                <a:latin typeface="Consolas" panose="020B0609020204030204" pitchFamily="49" charset="0"/>
              </a:rPr>
              <a:t>home</a:t>
            </a:r>
            <a:r>
              <a:rPr lang="de-DE" sz="1500" b="0" dirty="0">
                <a:solidFill>
                  <a:srgbClr val="CE9178"/>
                </a:solidFill>
                <a:effectLst/>
                <a:latin typeface="Consolas" panose="020B0609020204030204" pitchFamily="49" charset="0"/>
              </a:rPr>
              <a:t> -user </a:t>
            </a:r>
            <a:r>
              <a:rPr lang="de-DE" sz="1500" b="0" dirty="0" err="1">
                <a:solidFill>
                  <a:srgbClr val="CE9178"/>
                </a:solidFill>
                <a:effectLst/>
                <a:latin typeface="Consolas" panose="020B0609020204030204" pitchFamily="49" charset="0"/>
              </a:rPr>
              <a:t>debian</a:t>
            </a:r>
            <a:r>
              <a:rPr lang="de-DE" sz="1500" b="0" dirty="0">
                <a:solidFill>
                  <a:srgbClr val="D4D4D4"/>
                </a:solidFill>
                <a:effectLst/>
                <a:latin typeface="Consolas" panose="020B0609020204030204" pitchFamily="49" charset="0"/>
              </a:rPr>
              <a:t> Dateien des Benutzers “</a:t>
            </a:r>
            <a:r>
              <a:rPr lang="de-DE" sz="1500" b="0" dirty="0" err="1">
                <a:solidFill>
                  <a:srgbClr val="D4D4D4"/>
                </a:solidFill>
                <a:effectLst/>
                <a:latin typeface="Consolas" panose="020B0609020204030204" pitchFamily="49" charset="0"/>
              </a:rPr>
              <a:t>debian</a:t>
            </a:r>
            <a:r>
              <a:rPr lang="de-DE" sz="1500" b="0" dirty="0">
                <a:solidFill>
                  <a:srgbClr val="D4D4D4"/>
                </a:solidFill>
                <a:effectLst/>
                <a:latin typeface="Consolas" panose="020B0609020204030204" pitchFamily="49" charset="0"/>
              </a:rPr>
              <a:t>” unter “/</a:t>
            </a:r>
            <a:r>
              <a:rPr lang="de-DE" sz="1500" b="0" dirty="0" err="1">
                <a:solidFill>
                  <a:srgbClr val="D4D4D4"/>
                </a:solidFill>
                <a:effectLst/>
                <a:latin typeface="Consolas" panose="020B0609020204030204" pitchFamily="49" charset="0"/>
              </a:rPr>
              <a:t>home</a:t>
            </a:r>
            <a:r>
              <a:rPr lang="de-DE" sz="1500" b="0" dirty="0">
                <a:solidFill>
                  <a:srgbClr val="D4D4D4"/>
                </a:solidFill>
                <a:effectLst/>
                <a:latin typeface="Consolas" panose="020B0609020204030204" pitchFamily="49" charset="0"/>
              </a:rPr>
              <a:t>”</a:t>
            </a:r>
          </a:p>
          <a:p>
            <a:r>
              <a:rPr lang="de-DE" sz="1500" b="0" dirty="0">
                <a:solidFill>
                  <a:srgbClr val="CE9178"/>
                </a:solidFill>
                <a:effectLst/>
                <a:latin typeface="Consolas" panose="020B0609020204030204" pitchFamily="49" charset="0"/>
              </a:rPr>
              <a:t>find / -perm -o w -type d</a:t>
            </a:r>
            <a:r>
              <a:rPr lang="de-DE" sz="1500" b="0" dirty="0">
                <a:solidFill>
                  <a:srgbClr val="D4D4D4"/>
                </a:solidFill>
                <a:effectLst/>
                <a:latin typeface="Consolas" panose="020B0609020204030204" pitchFamily="49" charset="0"/>
              </a:rPr>
              <a:t> Alle für alle Benutzer schreibbaren Verzeichnisse</a:t>
            </a:r>
          </a:p>
          <a:p>
            <a:r>
              <a:rPr lang="de-DE" sz="1500" b="0" dirty="0">
                <a:solidFill>
                  <a:srgbClr val="CE9178"/>
                </a:solidFill>
                <a:effectLst/>
                <a:latin typeface="Consolas" panose="020B0609020204030204" pitchFamily="49" charset="0"/>
              </a:rPr>
              <a:t>find / -perm -u=s -type f</a:t>
            </a:r>
            <a:r>
              <a:rPr lang="de-DE" sz="1500" b="0" dirty="0">
                <a:solidFill>
                  <a:srgbClr val="D4D4D4"/>
                </a:solidFill>
                <a:effectLst/>
                <a:latin typeface="Consolas" panose="020B0609020204030204" pitchFamily="49" charset="0"/>
              </a:rPr>
              <a:t> Alle Dateien mit gesetztem SUID Bit</a:t>
            </a:r>
          </a:p>
          <a:p>
            <a:endParaRPr lang="de-DE" sz="1500" dirty="0"/>
          </a:p>
        </p:txBody>
      </p:sp>
      <p:sp>
        <p:nvSpPr>
          <p:cNvPr id="7" name="Textplatzhalter 6">
            <a:extLst>
              <a:ext uri="{FF2B5EF4-FFF2-40B4-BE49-F238E27FC236}">
                <a16:creationId xmlns:a16="http://schemas.microsoft.com/office/drawing/2014/main" id="{7A0E8C60-8F40-45E7-AFB1-6AC729BD0840}"/>
              </a:ext>
            </a:extLst>
          </p:cNvPr>
          <p:cNvSpPr>
            <a:spLocks noGrp="1"/>
          </p:cNvSpPr>
          <p:nvPr>
            <p:ph type="body" sz="quarter" idx="18"/>
          </p:nvPr>
        </p:nvSpPr>
        <p:spPr/>
        <p:txBody>
          <a:bodyPr/>
          <a:lstStyle/>
          <a:p>
            <a:endParaRPr lang="de-DE" dirty="0"/>
          </a:p>
        </p:txBody>
      </p:sp>
      <p:sp>
        <p:nvSpPr>
          <p:cNvPr id="9" name="Inhaltsplatzhalter 8">
            <a:extLst>
              <a:ext uri="{FF2B5EF4-FFF2-40B4-BE49-F238E27FC236}">
                <a16:creationId xmlns:a16="http://schemas.microsoft.com/office/drawing/2014/main" id="{3906AB88-8516-45A1-84F0-9B8ED75DF224}"/>
              </a:ext>
            </a:extLst>
          </p:cNvPr>
          <p:cNvSpPr>
            <a:spLocks noGrp="1"/>
          </p:cNvSpPr>
          <p:nvPr>
            <p:ph sz="quarter" idx="20"/>
          </p:nvPr>
        </p:nvSpPr>
        <p:spPr/>
        <p:txBody>
          <a:bodyPr/>
          <a:lstStyle/>
          <a:p>
            <a:pPr marL="0" indent="0">
              <a:buNone/>
            </a:pPr>
            <a:r>
              <a:rPr lang="de-DE" dirty="0">
                <a:solidFill>
                  <a:srgbClr val="00B050"/>
                </a:solidFill>
                <a:latin typeface="Lucida Sans Typewriter" panose="020B0604020202020204" pitchFamily="49" charset="0"/>
              </a:rPr>
              <a:t>Welche Dateien und Verzeichnisse gibt es?</a:t>
            </a:r>
          </a:p>
          <a:p>
            <a:pPr marL="0" indent="0">
              <a:buNone/>
            </a:pPr>
            <a:endParaRPr lang="de-DE" dirty="0">
              <a:solidFill>
                <a:srgbClr val="00B050"/>
              </a:solidFill>
              <a:latin typeface="Lucida Sans Typewriter" panose="020B0509030504030204" pitchFamily="49" charset="0"/>
            </a:endParaRPr>
          </a:p>
          <a:p>
            <a:pPr marL="0" indent="0">
              <a:buNone/>
            </a:pPr>
            <a:r>
              <a:rPr lang="de-DE" dirty="0">
                <a:solidFill>
                  <a:srgbClr val="00B050"/>
                </a:solidFill>
                <a:latin typeface="Lucida Sans Typewriter" panose="020B0509030504030204" pitchFamily="49" charset="0"/>
              </a:rPr>
              <a:t>Mit find lässt sich das gesamte System durchsuchen</a:t>
            </a:r>
          </a:p>
          <a:p>
            <a:pPr marL="0" indent="0">
              <a:buNone/>
            </a:pPr>
            <a:endParaRPr lang="de-DE" dirty="0">
              <a:solidFill>
                <a:srgbClr val="00B050"/>
              </a:solidFill>
              <a:latin typeface="Lucida Sans Typewriter" panose="020B0509030504030204" pitchFamily="49" charset="0"/>
            </a:endParaRPr>
          </a:p>
          <a:p>
            <a:pPr marL="0" indent="0">
              <a:buNone/>
            </a:pPr>
            <a:endParaRPr lang="de-DE" dirty="0">
              <a:solidFill>
                <a:srgbClr val="00B050"/>
              </a:solidFill>
              <a:latin typeface="Lucida Sans Typewriter" panose="020B0509030504030204" pitchFamily="49" charset="0"/>
            </a:endParaRPr>
          </a:p>
          <a:p>
            <a:pPr marL="0" indent="0">
              <a:buNone/>
            </a:pPr>
            <a:r>
              <a:rPr lang="de-DE" dirty="0">
                <a:solidFill>
                  <a:srgbClr val="00B050"/>
                </a:solidFill>
                <a:latin typeface="Lucida Sans Typewriter" panose="020B0509030504030204" pitchFamily="49" charset="0"/>
              </a:rPr>
              <a:t>Tipp:</a:t>
            </a:r>
          </a:p>
          <a:p>
            <a:pPr marL="0" indent="0">
              <a:buNone/>
            </a:pPr>
            <a:r>
              <a:rPr lang="de-DE" dirty="0">
                <a:solidFill>
                  <a:srgbClr val="00B050"/>
                </a:solidFill>
                <a:latin typeface="Consolas" panose="020B0609020204030204" pitchFamily="49" charset="0"/>
              </a:rPr>
              <a:t>`</a:t>
            </a:r>
            <a:r>
              <a:rPr lang="de-DE" b="0" dirty="0">
                <a:solidFill>
                  <a:srgbClr val="00B050"/>
                </a:solidFill>
                <a:effectLst/>
                <a:latin typeface="Consolas" panose="020B0609020204030204" pitchFamily="49" charset="0"/>
              </a:rPr>
              <a:t>...  2&gt;/</a:t>
            </a:r>
            <a:r>
              <a:rPr lang="de-DE" b="0" dirty="0" err="1">
                <a:solidFill>
                  <a:srgbClr val="00B050"/>
                </a:solidFill>
                <a:effectLst/>
                <a:latin typeface="Consolas" panose="020B0609020204030204" pitchFamily="49" charset="0"/>
              </a:rPr>
              <a:t>dev</a:t>
            </a:r>
            <a:r>
              <a:rPr lang="de-DE" b="0" dirty="0">
                <a:solidFill>
                  <a:srgbClr val="00B050"/>
                </a:solidFill>
                <a:effectLst/>
                <a:latin typeface="Consolas" panose="020B0609020204030204" pitchFamily="49" charset="0"/>
              </a:rPr>
              <a:t>/null` leitet Fehler ins digitale Nirvana um</a:t>
            </a:r>
          </a:p>
          <a:p>
            <a:pPr marL="0" indent="0">
              <a:buNone/>
            </a:pPr>
            <a:endParaRPr lang="de-DE" dirty="0">
              <a:solidFill>
                <a:srgbClr val="00B050"/>
              </a:solidFill>
              <a:latin typeface="Lucida Sans Typewriter" panose="020B0509030504030204" pitchFamily="49" charset="0"/>
            </a:endParaRPr>
          </a:p>
        </p:txBody>
      </p:sp>
      <p:sp>
        <p:nvSpPr>
          <p:cNvPr id="2" name="Titel 1">
            <a:extLst>
              <a:ext uri="{FF2B5EF4-FFF2-40B4-BE49-F238E27FC236}">
                <a16:creationId xmlns:a16="http://schemas.microsoft.com/office/drawing/2014/main" id="{ABB9F452-D742-461C-AD36-ECCD3040D9FB}"/>
              </a:ext>
            </a:extLst>
          </p:cNvPr>
          <p:cNvSpPr>
            <a:spLocks noGrp="1"/>
          </p:cNvSpPr>
          <p:nvPr>
            <p:ph type="title"/>
          </p:nvPr>
        </p:nvSpPr>
        <p:spPr/>
        <p:txBody>
          <a:bodyPr anchor="t"/>
          <a:lstStyle/>
          <a:p>
            <a:r>
              <a:rPr lang="de-DE" dirty="0"/>
              <a:t>Enumeration (2)</a:t>
            </a:r>
          </a:p>
        </p:txBody>
      </p:sp>
    </p:spTree>
    <p:extLst>
      <p:ext uri="{BB962C8B-B14F-4D97-AF65-F5344CB8AC3E}">
        <p14:creationId xmlns:p14="http://schemas.microsoft.com/office/powerpoint/2010/main" val="34407830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A0EC85B1-3C45-483D-9CF9-271D17B871AB}"/>
              </a:ext>
            </a:extLst>
          </p:cNvPr>
          <p:cNvSpPr>
            <a:spLocks noGrp="1"/>
          </p:cNvSpPr>
          <p:nvPr>
            <p:ph type="dt" sz="half" idx="14"/>
          </p:nvPr>
        </p:nvSpPr>
        <p:spPr/>
        <p:txBody>
          <a:bodyPr/>
          <a:lstStyle/>
          <a:p>
            <a:fld id="{A08A1C78-06F3-42EE-A611-DC03295AE284}" type="datetime1">
              <a:rPr lang="de-DE" smtClean="0"/>
              <a:pPr/>
              <a:t>21.11.2022</a:t>
            </a:fld>
            <a:endParaRPr lang="de-DE" dirty="0"/>
          </a:p>
        </p:txBody>
      </p:sp>
      <p:sp>
        <p:nvSpPr>
          <p:cNvPr id="4" name="Fußzeilenplatzhalter 3">
            <a:extLst>
              <a:ext uri="{FF2B5EF4-FFF2-40B4-BE49-F238E27FC236}">
                <a16:creationId xmlns:a16="http://schemas.microsoft.com/office/drawing/2014/main" id="{A2E4D442-C7E6-4081-B5D4-D739F74585B6}"/>
              </a:ext>
            </a:extLst>
          </p:cNvPr>
          <p:cNvSpPr>
            <a:spLocks noGrp="1"/>
          </p:cNvSpPr>
          <p:nvPr>
            <p:ph type="ftr" sz="quarter" idx="15"/>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5EE620A7-64B7-4F56-A530-263670DC6BFF}"/>
              </a:ext>
            </a:extLst>
          </p:cNvPr>
          <p:cNvSpPr>
            <a:spLocks noGrp="1"/>
          </p:cNvSpPr>
          <p:nvPr>
            <p:ph type="sldNum" sz="quarter" idx="16"/>
          </p:nvPr>
        </p:nvSpPr>
        <p:spPr/>
        <p:txBody>
          <a:bodyPr/>
          <a:lstStyle/>
          <a:p>
            <a:fld id="{F86FCC4D-0438-154F-9910-1CF4711F776F}" type="slidenum">
              <a:rPr lang="de-DE" smtClean="0"/>
              <a:pPr/>
              <a:t>7</a:t>
            </a:fld>
            <a:endParaRPr lang="de-DE" dirty="0"/>
          </a:p>
        </p:txBody>
      </p:sp>
      <p:sp>
        <p:nvSpPr>
          <p:cNvPr id="6" name="Inhaltsplatzhalter 5">
            <a:extLst>
              <a:ext uri="{FF2B5EF4-FFF2-40B4-BE49-F238E27FC236}">
                <a16:creationId xmlns:a16="http://schemas.microsoft.com/office/drawing/2014/main" id="{C147A54D-230C-49CC-8ED5-B3F9D9515C51}"/>
              </a:ext>
            </a:extLst>
          </p:cNvPr>
          <p:cNvSpPr>
            <a:spLocks noGrp="1"/>
          </p:cNvSpPr>
          <p:nvPr>
            <p:ph sz="quarter" idx="17"/>
          </p:nvPr>
        </p:nvSpPr>
        <p:spPr/>
        <p:txBody>
          <a:bodyPr/>
          <a:lstStyle/>
          <a:p>
            <a:r>
              <a:rPr lang="de-DE" dirty="0" err="1">
                <a:hlinkClick r:id="rId3"/>
              </a:rPr>
              <a:t>LinPeas</a:t>
            </a:r>
            <a:endParaRPr lang="de-DE" dirty="0"/>
          </a:p>
          <a:p>
            <a:r>
              <a:rPr lang="de-DE" dirty="0" err="1">
                <a:hlinkClick r:id="rId4"/>
              </a:rPr>
              <a:t>LinEnum</a:t>
            </a:r>
            <a:endParaRPr lang="de-DE" dirty="0"/>
          </a:p>
          <a:p>
            <a:r>
              <a:rPr lang="de-DE" dirty="0">
                <a:hlinkClick r:id="rId5"/>
              </a:rPr>
              <a:t>LES (Linux Exploit </a:t>
            </a:r>
            <a:r>
              <a:rPr lang="de-DE" dirty="0" err="1">
                <a:hlinkClick r:id="rId5"/>
              </a:rPr>
              <a:t>Suggester</a:t>
            </a:r>
            <a:r>
              <a:rPr lang="de-DE" dirty="0">
                <a:hlinkClick r:id="rId5"/>
              </a:rPr>
              <a:t>)</a:t>
            </a:r>
            <a:endParaRPr lang="de-DE" dirty="0"/>
          </a:p>
          <a:p>
            <a:r>
              <a:rPr lang="de-DE" dirty="0">
                <a:hlinkClick r:id="rId6"/>
              </a:rPr>
              <a:t>Linux Smart Enumeration</a:t>
            </a:r>
            <a:endParaRPr lang="de-DE" dirty="0"/>
          </a:p>
          <a:p>
            <a:r>
              <a:rPr lang="de-DE" dirty="0">
                <a:hlinkClick r:id="rId7"/>
              </a:rPr>
              <a:t>Linux </a:t>
            </a:r>
            <a:r>
              <a:rPr lang="de-DE" dirty="0" err="1">
                <a:hlinkClick r:id="rId7"/>
              </a:rPr>
              <a:t>Priv</a:t>
            </a:r>
            <a:r>
              <a:rPr lang="de-DE" dirty="0">
                <a:hlinkClick r:id="rId7"/>
              </a:rPr>
              <a:t> Checker</a:t>
            </a:r>
            <a:endParaRPr lang="de-DE" dirty="0"/>
          </a:p>
        </p:txBody>
      </p:sp>
      <p:sp>
        <p:nvSpPr>
          <p:cNvPr id="7" name="Textplatzhalter 6">
            <a:extLst>
              <a:ext uri="{FF2B5EF4-FFF2-40B4-BE49-F238E27FC236}">
                <a16:creationId xmlns:a16="http://schemas.microsoft.com/office/drawing/2014/main" id="{7A0E8C60-8F40-45E7-AFB1-6AC729BD0840}"/>
              </a:ext>
            </a:extLst>
          </p:cNvPr>
          <p:cNvSpPr>
            <a:spLocks noGrp="1"/>
          </p:cNvSpPr>
          <p:nvPr>
            <p:ph type="body" sz="quarter" idx="18"/>
          </p:nvPr>
        </p:nvSpPr>
        <p:spPr/>
        <p:txBody>
          <a:bodyPr/>
          <a:lstStyle/>
          <a:p>
            <a:endParaRPr lang="de-DE" dirty="0"/>
          </a:p>
        </p:txBody>
      </p:sp>
      <p:sp>
        <p:nvSpPr>
          <p:cNvPr id="9" name="Inhaltsplatzhalter 8">
            <a:extLst>
              <a:ext uri="{FF2B5EF4-FFF2-40B4-BE49-F238E27FC236}">
                <a16:creationId xmlns:a16="http://schemas.microsoft.com/office/drawing/2014/main" id="{3906AB88-8516-45A1-84F0-9B8ED75DF224}"/>
              </a:ext>
            </a:extLst>
          </p:cNvPr>
          <p:cNvSpPr>
            <a:spLocks noGrp="1"/>
          </p:cNvSpPr>
          <p:nvPr>
            <p:ph sz="quarter" idx="20"/>
          </p:nvPr>
        </p:nvSpPr>
        <p:spPr/>
        <p:txBody>
          <a:bodyPr/>
          <a:lstStyle/>
          <a:p>
            <a:pPr marL="0" indent="0">
              <a:buNone/>
            </a:pPr>
            <a:r>
              <a:rPr lang="de-DE" dirty="0">
                <a:solidFill>
                  <a:srgbClr val="00B050"/>
                </a:solidFill>
                <a:latin typeface="Lucida Sans Typewriter" panose="020B0509030504030204" pitchFamily="49" charset="0"/>
              </a:rPr>
              <a:t>Es gibt auch Skripte und Tools, welche einem die Enumeration abnehmen. Das kann sehr viel Zeit sparen, möglicherweise übersehen diese Tools allerdings etwas.</a:t>
            </a:r>
          </a:p>
          <a:p>
            <a:pPr marL="0" indent="0">
              <a:buNone/>
            </a:pPr>
            <a:endParaRPr lang="de-DE" dirty="0">
              <a:solidFill>
                <a:srgbClr val="00B050"/>
              </a:solidFill>
              <a:latin typeface="Lucida Sans Typewriter" panose="020B0509030504030204" pitchFamily="49" charset="0"/>
            </a:endParaRPr>
          </a:p>
          <a:p>
            <a:pPr marL="0" indent="0">
              <a:buNone/>
            </a:pPr>
            <a:r>
              <a:rPr lang="de-DE" dirty="0">
                <a:solidFill>
                  <a:srgbClr val="00B050"/>
                </a:solidFill>
                <a:latin typeface="Lucida Sans Typewriter" panose="020B0509030504030204" pitchFamily="49" charset="0"/>
              </a:rPr>
              <a:t>Die Skripte liegen zum ausprobieren auf der Maschine im Ordner /</a:t>
            </a:r>
            <a:r>
              <a:rPr lang="de-DE" dirty="0" err="1">
                <a:solidFill>
                  <a:srgbClr val="00B050"/>
                </a:solidFill>
                <a:latin typeface="Lucida Sans Typewriter" panose="020B0509030504030204" pitchFamily="49" charset="0"/>
              </a:rPr>
              <a:t>home</a:t>
            </a:r>
            <a:r>
              <a:rPr lang="de-DE" dirty="0">
                <a:solidFill>
                  <a:srgbClr val="00B050"/>
                </a:solidFill>
                <a:latin typeface="Lucida Sans Typewriter" panose="020B0509030504030204" pitchFamily="49" charset="0"/>
              </a:rPr>
              <a:t>/</a:t>
            </a:r>
            <a:r>
              <a:rPr lang="de-DE" dirty="0" err="1">
                <a:solidFill>
                  <a:srgbClr val="00B050"/>
                </a:solidFill>
                <a:latin typeface="Lucida Sans Typewriter" panose="020B0509030504030204" pitchFamily="49" charset="0"/>
              </a:rPr>
              <a:t>john</a:t>
            </a:r>
            <a:r>
              <a:rPr lang="de-DE" dirty="0">
                <a:solidFill>
                  <a:srgbClr val="00B050"/>
                </a:solidFill>
                <a:latin typeface="Lucida Sans Typewriter" panose="020B0509030504030204" pitchFamily="49" charset="0"/>
              </a:rPr>
              <a:t>/</a:t>
            </a:r>
            <a:r>
              <a:rPr lang="de-DE" dirty="0" err="1">
                <a:solidFill>
                  <a:srgbClr val="00B050"/>
                </a:solidFill>
                <a:latin typeface="Lucida Sans Typewriter" panose="020B0509030504030204" pitchFamily="49" charset="0"/>
              </a:rPr>
              <a:t>enum</a:t>
            </a:r>
            <a:endParaRPr lang="de-DE" dirty="0">
              <a:solidFill>
                <a:srgbClr val="00B050"/>
              </a:solidFill>
              <a:latin typeface="Lucida Sans Typewriter" panose="020B0509030504030204" pitchFamily="49" charset="0"/>
            </a:endParaRPr>
          </a:p>
        </p:txBody>
      </p:sp>
      <p:sp>
        <p:nvSpPr>
          <p:cNvPr id="2" name="Titel 1">
            <a:extLst>
              <a:ext uri="{FF2B5EF4-FFF2-40B4-BE49-F238E27FC236}">
                <a16:creationId xmlns:a16="http://schemas.microsoft.com/office/drawing/2014/main" id="{ABB9F452-D742-461C-AD36-ECCD3040D9FB}"/>
              </a:ext>
            </a:extLst>
          </p:cNvPr>
          <p:cNvSpPr>
            <a:spLocks noGrp="1"/>
          </p:cNvSpPr>
          <p:nvPr>
            <p:ph type="title"/>
          </p:nvPr>
        </p:nvSpPr>
        <p:spPr/>
        <p:txBody>
          <a:bodyPr anchor="t"/>
          <a:lstStyle/>
          <a:p>
            <a:r>
              <a:rPr lang="de-DE" dirty="0"/>
              <a:t>Enumeration (automatisiert)</a:t>
            </a:r>
          </a:p>
        </p:txBody>
      </p:sp>
    </p:spTree>
    <p:extLst>
      <p:ext uri="{BB962C8B-B14F-4D97-AF65-F5344CB8AC3E}">
        <p14:creationId xmlns:p14="http://schemas.microsoft.com/office/powerpoint/2010/main" val="13189236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Bildplatzhalter 12" descr="Ein Bild, das Text enthält.&#10;&#10;Automatisch generierte Beschreibung">
            <a:extLst>
              <a:ext uri="{FF2B5EF4-FFF2-40B4-BE49-F238E27FC236}">
                <a16:creationId xmlns:a16="http://schemas.microsoft.com/office/drawing/2014/main" id="{4769C27D-7E84-16FF-A32E-12FED3CCB379}"/>
              </a:ext>
            </a:extLst>
          </p:cNvPr>
          <p:cNvPicPr>
            <a:picLocks noGrp="1" noChangeAspect="1"/>
          </p:cNvPicPr>
          <p:nvPr>
            <p:ph type="pic" sz="quarter" idx="15"/>
          </p:nvPr>
        </p:nvPicPr>
        <p:blipFill>
          <a:blip r:embed="rId2"/>
          <a:srcRect l="8158" r="8158"/>
          <a:stretch>
            <a:fillRect/>
          </a:stretch>
        </p:blipFill>
        <p:spPr/>
      </p:pic>
      <p:sp>
        <p:nvSpPr>
          <p:cNvPr id="3" name="Titel 2">
            <a:extLst>
              <a:ext uri="{FF2B5EF4-FFF2-40B4-BE49-F238E27FC236}">
                <a16:creationId xmlns:a16="http://schemas.microsoft.com/office/drawing/2014/main" id="{85913985-0D2C-9974-C76B-CDB9614DDE1A}"/>
              </a:ext>
            </a:extLst>
          </p:cNvPr>
          <p:cNvSpPr>
            <a:spLocks noGrp="1"/>
          </p:cNvSpPr>
          <p:nvPr>
            <p:ph type="title"/>
          </p:nvPr>
        </p:nvSpPr>
        <p:spPr>
          <a:xfrm>
            <a:off x="395016" y="611572"/>
            <a:ext cx="3168000" cy="2916324"/>
          </a:xfrm>
        </p:spPr>
        <p:txBody>
          <a:bodyPr/>
          <a:lstStyle/>
          <a:p>
            <a:br>
              <a:rPr lang="de-DE" dirty="0"/>
            </a:br>
            <a:r>
              <a:rPr lang="de-DE" dirty="0"/>
              <a:t>Ich will jetzt endlich selber </a:t>
            </a:r>
            <a:r>
              <a:rPr lang="de-DE" dirty="0" err="1"/>
              <a:t>cybern</a:t>
            </a:r>
            <a:r>
              <a:rPr lang="de-DE" dirty="0"/>
              <a:t> !</a:t>
            </a:r>
            <a:r>
              <a:rPr lang="de-DE" dirty="0" err="1"/>
              <a:t>einself</a:t>
            </a:r>
            <a:r>
              <a:rPr lang="de-DE" dirty="0"/>
              <a:t>!!</a:t>
            </a:r>
          </a:p>
        </p:txBody>
      </p:sp>
      <p:sp>
        <p:nvSpPr>
          <p:cNvPr id="5" name="Textplatzhalter 4">
            <a:extLst>
              <a:ext uri="{FF2B5EF4-FFF2-40B4-BE49-F238E27FC236}">
                <a16:creationId xmlns:a16="http://schemas.microsoft.com/office/drawing/2014/main" id="{0177920A-F546-784E-F869-2F1924E3A868}"/>
              </a:ext>
            </a:extLst>
          </p:cNvPr>
          <p:cNvSpPr>
            <a:spLocks noGrp="1"/>
          </p:cNvSpPr>
          <p:nvPr>
            <p:ph type="body" sz="quarter" idx="17"/>
          </p:nvPr>
        </p:nvSpPr>
        <p:spPr/>
        <p:txBody>
          <a:bodyPr/>
          <a:lstStyle/>
          <a:p>
            <a:endParaRPr lang="de-DE"/>
          </a:p>
        </p:txBody>
      </p:sp>
      <p:sp>
        <p:nvSpPr>
          <p:cNvPr id="6" name="Textplatzhalter 5">
            <a:extLst>
              <a:ext uri="{FF2B5EF4-FFF2-40B4-BE49-F238E27FC236}">
                <a16:creationId xmlns:a16="http://schemas.microsoft.com/office/drawing/2014/main" id="{8DDAAA9B-3F39-BDC2-2800-A3EC1947E2E6}"/>
              </a:ext>
            </a:extLst>
          </p:cNvPr>
          <p:cNvSpPr>
            <a:spLocks noGrp="1"/>
          </p:cNvSpPr>
          <p:nvPr>
            <p:ph type="body" sz="quarter" idx="20"/>
          </p:nvPr>
        </p:nvSpPr>
        <p:spPr/>
        <p:txBody>
          <a:bodyPr/>
          <a:lstStyle/>
          <a:p>
            <a:endParaRPr lang="de-DE"/>
          </a:p>
        </p:txBody>
      </p:sp>
      <p:sp>
        <p:nvSpPr>
          <p:cNvPr id="7" name="Textplatzhalter 6">
            <a:extLst>
              <a:ext uri="{FF2B5EF4-FFF2-40B4-BE49-F238E27FC236}">
                <a16:creationId xmlns:a16="http://schemas.microsoft.com/office/drawing/2014/main" id="{45444E99-E9EC-27AF-8340-12DDA061C6B8}"/>
              </a:ext>
            </a:extLst>
          </p:cNvPr>
          <p:cNvSpPr>
            <a:spLocks noGrp="1"/>
          </p:cNvSpPr>
          <p:nvPr>
            <p:ph type="body" sz="quarter" idx="23"/>
          </p:nvPr>
        </p:nvSpPr>
        <p:spPr/>
        <p:txBody>
          <a:bodyPr/>
          <a:lstStyle/>
          <a:p>
            <a:endParaRPr lang="de-DE"/>
          </a:p>
        </p:txBody>
      </p:sp>
      <p:sp>
        <p:nvSpPr>
          <p:cNvPr id="8" name="Textplatzhalter 7">
            <a:extLst>
              <a:ext uri="{FF2B5EF4-FFF2-40B4-BE49-F238E27FC236}">
                <a16:creationId xmlns:a16="http://schemas.microsoft.com/office/drawing/2014/main" id="{6BEC2D9B-8EFA-5EB3-19E2-4B0C83DB064B}"/>
              </a:ext>
            </a:extLst>
          </p:cNvPr>
          <p:cNvSpPr>
            <a:spLocks noGrp="1"/>
          </p:cNvSpPr>
          <p:nvPr>
            <p:ph type="body" sz="quarter" idx="24"/>
          </p:nvPr>
        </p:nvSpPr>
        <p:spPr/>
        <p:txBody>
          <a:bodyPr/>
          <a:lstStyle/>
          <a:p>
            <a:endParaRPr lang="de-DE"/>
          </a:p>
        </p:txBody>
      </p:sp>
      <p:sp>
        <p:nvSpPr>
          <p:cNvPr id="9" name="Textplatzhalter 8">
            <a:extLst>
              <a:ext uri="{FF2B5EF4-FFF2-40B4-BE49-F238E27FC236}">
                <a16:creationId xmlns:a16="http://schemas.microsoft.com/office/drawing/2014/main" id="{D5DC7909-B1FF-2323-780E-785AFF57A98A}"/>
              </a:ext>
            </a:extLst>
          </p:cNvPr>
          <p:cNvSpPr>
            <a:spLocks noGrp="1"/>
          </p:cNvSpPr>
          <p:nvPr>
            <p:ph type="body" sz="quarter" idx="25"/>
          </p:nvPr>
        </p:nvSpPr>
        <p:spPr/>
        <p:txBody>
          <a:bodyPr/>
          <a:lstStyle/>
          <a:p>
            <a:endParaRPr lang="de-DE"/>
          </a:p>
        </p:txBody>
      </p:sp>
      <p:sp>
        <p:nvSpPr>
          <p:cNvPr id="10" name="Textplatzhalter 9">
            <a:extLst>
              <a:ext uri="{FF2B5EF4-FFF2-40B4-BE49-F238E27FC236}">
                <a16:creationId xmlns:a16="http://schemas.microsoft.com/office/drawing/2014/main" id="{C1CF168D-6D6A-8BF2-F195-E15F3BC61377}"/>
              </a:ext>
            </a:extLst>
          </p:cNvPr>
          <p:cNvSpPr>
            <a:spLocks noGrp="1"/>
          </p:cNvSpPr>
          <p:nvPr>
            <p:ph type="body" sz="quarter" idx="26"/>
          </p:nvPr>
        </p:nvSpPr>
        <p:spPr/>
        <p:txBody>
          <a:bodyPr/>
          <a:lstStyle/>
          <a:p>
            <a:endParaRPr lang="de-DE" dirty="0"/>
          </a:p>
        </p:txBody>
      </p:sp>
    </p:spTree>
    <p:extLst>
      <p:ext uri="{BB962C8B-B14F-4D97-AF65-F5344CB8AC3E}">
        <p14:creationId xmlns:p14="http://schemas.microsoft.com/office/powerpoint/2010/main" val="29086059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In Linux werden alle ausgeführten Befehle im sog. </a:t>
            </a:r>
            <a:r>
              <a:rPr lang="de-DE" dirty="0" err="1"/>
              <a:t>Historyfile</a:t>
            </a:r>
            <a:r>
              <a:rPr lang="de-DE" dirty="0"/>
              <a:t> unter ~/.</a:t>
            </a:r>
            <a:r>
              <a:rPr lang="de-DE" dirty="0" err="1"/>
              <a:t>history</a:t>
            </a:r>
            <a:r>
              <a:rPr lang="de-DE" dirty="0"/>
              <a:t> gespeichert</a:t>
            </a:r>
          </a:p>
          <a:p>
            <a:r>
              <a:rPr lang="de-DE" dirty="0"/>
              <a:t>Damit kann man alles nachverfolgen was in der bash eingegeben wurde.</a:t>
            </a:r>
          </a:p>
          <a:p>
            <a:r>
              <a:rPr lang="de-DE" dirty="0"/>
              <a:t>Mit dem Befehl </a:t>
            </a:r>
            <a:r>
              <a:rPr lang="de-DE" dirty="0" err="1"/>
              <a:t>History</a:t>
            </a:r>
            <a:r>
              <a:rPr lang="de-DE" dirty="0"/>
              <a:t> kann man sich alle Befehle anzeigen lassen auch Passwörter!</a:t>
            </a:r>
          </a:p>
          <a:p>
            <a:endParaRPr lang="de-DE" dirty="0"/>
          </a:p>
          <a:p>
            <a:r>
              <a:rPr lang="de-DE" dirty="0"/>
              <a:t>Aufgabe: wo hat sich John kürzlich eingeloggt und sein Passwort als Parameter mitgegeben?</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9</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err="1"/>
              <a:t>History</a:t>
            </a:r>
            <a:endParaRPr lang="de-DE" dirty="0"/>
          </a:p>
        </p:txBody>
      </p:sp>
      <p:sp>
        <p:nvSpPr>
          <p:cNvPr id="8" name="Textfeld 7">
            <a:extLst>
              <a:ext uri="{FF2B5EF4-FFF2-40B4-BE49-F238E27FC236}">
                <a16:creationId xmlns:a16="http://schemas.microsoft.com/office/drawing/2014/main" id="{6CC51679-E1F2-8853-0C94-4665DD63F764}"/>
              </a:ext>
            </a:extLst>
          </p:cNvPr>
          <p:cNvSpPr txBox="1"/>
          <p:nvPr/>
        </p:nvSpPr>
        <p:spPr>
          <a:xfrm>
            <a:off x="611039" y="2087736"/>
            <a:ext cx="2880320" cy="492443"/>
          </a:xfrm>
          <a:prstGeom prst="rect">
            <a:avLst/>
          </a:prstGeom>
          <a:noFill/>
        </p:spPr>
        <p:txBody>
          <a:bodyPr wrap="square" lIns="0" tIns="0" rIns="0" bIns="0" rtlCol="0">
            <a:spAutoFit/>
          </a:bodyPr>
          <a:lstStyle/>
          <a:p>
            <a:pPr algn="l">
              <a:spcBef>
                <a:spcPts val="60"/>
              </a:spcBef>
              <a:buSzPct val="100000"/>
            </a:pPr>
            <a:r>
              <a:rPr lang="de-DE" sz="1600" dirty="0">
                <a:solidFill>
                  <a:srgbClr val="00B050"/>
                </a:solidFill>
                <a:latin typeface="Lucida Sans Typewriter" panose="020B0509030504030204" pitchFamily="49" charset="0"/>
              </a:rPr>
              <a:t>Be </a:t>
            </a:r>
            <a:r>
              <a:rPr lang="de-DE" sz="1600" dirty="0" err="1">
                <a:solidFill>
                  <a:srgbClr val="00B050"/>
                </a:solidFill>
                <a:latin typeface="Lucida Sans Typewriter" panose="020B0509030504030204" pitchFamily="49" charset="0"/>
              </a:rPr>
              <a:t>carefull</a:t>
            </a:r>
            <a:r>
              <a:rPr lang="de-DE" sz="1600" dirty="0">
                <a:solidFill>
                  <a:srgbClr val="00B050"/>
                </a:solidFill>
                <a:latin typeface="Lucida Sans Typewriter" panose="020B0509030504030204" pitchFamily="49" charset="0"/>
              </a:rPr>
              <a:t> </a:t>
            </a:r>
            <a:r>
              <a:rPr lang="de-DE" sz="1600" dirty="0" err="1">
                <a:solidFill>
                  <a:srgbClr val="00B050"/>
                </a:solidFill>
                <a:latin typeface="Lucida Sans Typewriter" panose="020B0509030504030204" pitchFamily="49" charset="0"/>
              </a:rPr>
              <a:t>what</a:t>
            </a:r>
            <a:r>
              <a:rPr lang="de-DE" sz="1600" dirty="0">
                <a:solidFill>
                  <a:srgbClr val="00B050"/>
                </a:solidFill>
                <a:latin typeface="Lucida Sans Typewriter" panose="020B0509030504030204" pitchFamily="49" charset="0"/>
              </a:rPr>
              <a:t> </a:t>
            </a:r>
            <a:r>
              <a:rPr lang="de-DE" sz="1600" dirty="0" err="1">
                <a:solidFill>
                  <a:srgbClr val="00B050"/>
                </a:solidFill>
                <a:latin typeface="Lucida Sans Typewriter" panose="020B0509030504030204" pitchFamily="49" charset="0"/>
              </a:rPr>
              <a:t>you</a:t>
            </a:r>
            <a:r>
              <a:rPr lang="de-DE" sz="1600" dirty="0">
                <a:solidFill>
                  <a:srgbClr val="00B050"/>
                </a:solidFill>
                <a:latin typeface="Lucida Sans Typewriter" panose="020B0509030504030204" pitchFamily="49" charset="0"/>
              </a:rPr>
              <a:t> </a:t>
            </a:r>
            <a:r>
              <a:rPr lang="de-DE" sz="1600" dirty="0" err="1">
                <a:solidFill>
                  <a:srgbClr val="00B050"/>
                </a:solidFill>
                <a:latin typeface="Lucida Sans Typewriter" panose="020B0509030504030204" pitchFamily="49" charset="0"/>
              </a:rPr>
              <a:t>say</a:t>
            </a: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3831032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Manche Menschen verwenden schwache Passwörter (WAAAS?!?!!)</a:t>
            </a:r>
          </a:p>
          <a:p>
            <a:r>
              <a:rPr lang="de-DE" dirty="0"/>
              <a:t>User sind in der Datei /</a:t>
            </a:r>
            <a:r>
              <a:rPr lang="de-DE" dirty="0" err="1"/>
              <a:t>etc</a:t>
            </a:r>
            <a:r>
              <a:rPr lang="de-DE" dirty="0"/>
              <a:t>/</a:t>
            </a:r>
            <a:r>
              <a:rPr lang="de-DE" dirty="0" err="1"/>
              <a:t>passwd</a:t>
            </a:r>
            <a:r>
              <a:rPr lang="de-DE" dirty="0"/>
              <a:t> hinterlegt, Details durch : getrennt</a:t>
            </a:r>
          </a:p>
          <a:p>
            <a:pPr marL="0" indent="0">
              <a:buNone/>
            </a:pPr>
            <a:r>
              <a:rPr lang="en-GB" sz="1600" b="0" i="0" dirty="0">
                <a:solidFill>
                  <a:srgbClr val="657B83"/>
                </a:solidFill>
                <a:effectLst/>
                <a:latin typeface="Menlo" panose="020B0609030804020204" pitchFamily="49" charset="0"/>
              </a:rPr>
              <a:t> john:x:998:998::/home/john:/bin/bash</a:t>
            </a:r>
            <a:endParaRPr lang="de-DE" dirty="0"/>
          </a:p>
          <a:p>
            <a:pPr lvl="2"/>
            <a:r>
              <a:rPr lang="de-DE" dirty="0"/>
              <a:t>User Name</a:t>
            </a:r>
          </a:p>
          <a:p>
            <a:pPr lvl="2"/>
            <a:r>
              <a:rPr lang="de-DE" dirty="0"/>
              <a:t>Verschlüsseltes Password (x: steht in der /</a:t>
            </a:r>
            <a:r>
              <a:rPr lang="de-DE" dirty="0" err="1"/>
              <a:t>etc</a:t>
            </a:r>
            <a:r>
              <a:rPr lang="de-DE" dirty="0"/>
              <a:t>/</a:t>
            </a:r>
            <a:r>
              <a:rPr lang="de-DE" dirty="0" err="1"/>
              <a:t>shadow</a:t>
            </a:r>
            <a:r>
              <a:rPr lang="de-DE" dirty="0"/>
              <a:t> Datei)</a:t>
            </a:r>
          </a:p>
          <a:p>
            <a:pPr lvl="2"/>
            <a:r>
              <a:rPr lang="de-DE" dirty="0"/>
              <a:t>User ID (UID)</a:t>
            </a:r>
          </a:p>
          <a:p>
            <a:pPr lvl="2"/>
            <a:r>
              <a:rPr lang="de-DE" dirty="0"/>
              <a:t>User Gruppen ID (GID)</a:t>
            </a:r>
          </a:p>
          <a:p>
            <a:pPr lvl="2"/>
            <a:r>
              <a:rPr lang="de-DE" dirty="0"/>
              <a:t>User voller Name</a:t>
            </a:r>
          </a:p>
          <a:p>
            <a:pPr lvl="2"/>
            <a:r>
              <a:rPr lang="de-DE" dirty="0"/>
              <a:t>User </a:t>
            </a:r>
            <a:r>
              <a:rPr lang="de-DE" dirty="0" err="1"/>
              <a:t>home</a:t>
            </a:r>
            <a:r>
              <a:rPr lang="de-DE" dirty="0"/>
              <a:t> Verzeichnis</a:t>
            </a:r>
          </a:p>
          <a:p>
            <a:pPr lvl="2"/>
            <a:r>
              <a:rPr lang="de-DE" dirty="0"/>
              <a:t>Login </a:t>
            </a:r>
            <a:r>
              <a:rPr lang="de-DE" dirty="0" err="1"/>
              <a:t>shell</a:t>
            </a:r>
            <a:endParaRPr lang="de-DE" dirty="0"/>
          </a:p>
          <a:p>
            <a:r>
              <a:rPr lang="de-DE" dirty="0"/>
              <a:t>Auf der Maschine gibt es noch einen User „</a:t>
            </a:r>
            <a:r>
              <a:rPr lang="de-DE" dirty="0" err="1"/>
              <a:t>debian</a:t>
            </a:r>
            <a:r>
              <a:rPr lang="de-DE" dirty="0"/>
              <a:t>“, kannst du sein Passwort erraten?</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10</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a:t>Schwache Passwörter</a:t>
            </a:r>
          </a:p>
        </p:txBody>
      </p:sp>
      <p:sp>
        <p:nvSpPr>
          <p:cNvPr id="11" name="Textfeld 10">
            <a:extLst>
              <a:ext uri="{FF2B5EF4-FFF2-40B4-BE49-F238E27FC236}">
                <a16:creationId xmlns:a16="http://schemas.microsoft.com/office/drawing/2014/main" id="{F94D0C8C-57FA-4FD3-E7BF-D59E98F3F4C2}"/>
              </a:ext>
            </a:extLst>
          </p:cNvPr>
          <p:cNvSpPr txBox="1"/>
          <p:nvPr/>
        </p:nvSpPr>
        <p:spPr>
          <a:xfrm>
            <a:off x="611039" y="662834"/>
            <a:ext cx="2880320" cy="764312"/>
          </a:xfrm>
          <a:prstGeom prst="rect">
            <a:avLst/>
          </a:prstGeom>
          <a:noFill/>
        </p:spPr>
        <p:txBody>
          <a:bodyPr wrap="square" lIns="0" tIns="0" rIns="0" bIns="0" rtlCol="0">
            <a:spAutoFit/>
          </a:bodyPr>
          <a:lstStyle/>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96939344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Passwörter sind in der /</a:t>
            </a:r>
            <a:r>
              <a:rPr lang="de-DE" dirty="0" err="1"/>
              <a:t>etc</a:t>
            </a:r>
            <a:r>
              <a:rPr lang="de-DE" dirty="0"/>
              <a:t>/</a:t>
            </a:r>
            <a:r>
              <a:rPr lang="de-DE" dirty="0" err="1"/>
              <a:t>shadow</a:t>
            </a:r>
            <a:r>
              <a:rPr lang="de-DE" dirty="0"/>
              <a:t> Datei als (</a:t>
            </a:r>
            <a:r>
              <a:rPr lang="de-DE" dirty="0" err="1"/>
              <a:t>salted</a:t>
            </a:r>
            <a:r>
              <a:rPr lang="de-DE" dirty="0"/>
              <a:t>) </a:t>
            </a:r>
            <a:r>
              <a:rPr lang="de-DE" dirty="0" err="1"/>
              <a:t>hash</a:t>
            </a:r>
            <a:r>
              <a:rPr lang="de-DE" dirty="0"/>
              <a:t> abgelegt</a:t>
            </a:r>
          </a:p>
          <a:p>
            <a:r>
              <a:rPr lang="de-DE" dirty="0"/>
              <a:t>/</a:t>
            </a:r>
            <a:r>
              <a:rPr lang="de-DE" dirty="0" err="1"/>
              <a:t>etc</a:t>
            </a:r>
            <a:r>
              <a:rPr lang="de-DE" dirty="0"/>
              <a:t>/</a:t>
            </a:r>
            <a:r>
              <a:rPr lang="de-DE" dirty="0" err="1"/>
              <a:t>shadow</a:t>
            </a:r>
            <a:r>
              <a:rPr lang="de-DE" dirty="0"/>
              <a:t> ist normalerweise nur mit root-Rechten lesbar</a:t>
            </a:r>
          </a:p>
          <a:p>
            <a:pPr lvl="2"/>
            <a:r>
              <a:rPr lang="de-DE" dirty="0"/>
              <a:t>Normalerweise. Lass dir den Inhalt ausgeben </a:t>
            </a:r>
            <a:r>
              <a:rPr lang="de-DE" dirty="0">
                <a:sym typeface="Wingdings" pitchFamily="2" charset="2"/>
              </a:rPr>
              <a:t></a:t>
            </a:r>
            <a:endParaRPr lang="de-DE" dirty="0"/>
          </a:p>
          <a:p>
            <a:r>
              <a:rPr lang="de-DE" dirty="0"/>
              <a:t>schwache Passwörter können ggf. mit einer Wörterbuch-Attacke geknackt werden</a:t>
            </a:r>
          </a:p>
          <a:p>
            <a:r>
              <a:rPr lang="de-DE" dirty="0"/>
              <a:t>John </a:t>
            </a:r>
            <a:r>
              <a:rPr lang="de-DE" dirty="0" err="1"/>
              <a:t>the</a:t>
            </a:r>
            <a:r>
              <a:rPr lang="de-DE" dirty="0"/>
              <a:t> Ripper kann das, in zwei Schritten</a:t>
            </a:r>
          </a:p>
          <a:p>
            <a:pPr lvl="2"/>
            <a:r>
              <a:rPr lang="de-DE" dirty="0" err="1"/>
              <a:t>Unshadow</a:t>
            </a:r>
            <a:r>
              <a:rPr lang="de-DE" dirty="0"/>
              <a:t> der </a:t>
            </a:r>
            <a:r>
              <a:rPr lang="de-DE" dirty="0" err="1"/>
              <a:t>shadow</a:t>
            </a:r>
            <a:r>
              <a:rPr lang="de-DE" dirty="0"/>
              <a:t> Datei mit der </a:t>
            </a:r>
            <a:r>
              <a:rPr lang="de-DE" dirty="0" err="1"/>
              <a:t>passwd</a:t>
            </a:r>
            <a:r>
              <a:rPr lang="de-DE" dirty="0"/>
              <a:t> Datei</a:t>
            </a:r>
          </a:p>
          <a:p>
            <a:pPr marL="216000" lvl="2" indent="0">
              <a:buNone/>
            </a:pPr>
            <a:r>
              <a:rPr lang="en-GB" sz="1400" b="0" i="0" dirty="0">
                <a:solidFill>
                  <a:srgbClr val="657B83"/>
                </a:solidFill>
                <a:effectLst/>
                <a:latin typeface="Menlo" panose="020B0609030804020204" pitchFamily="49" charset="0"/>
              </a:rPr>
              <a:t>unshadow /etc/passwd /etc/shadow &gt; /home/john/</a:t>
            </a:r>
            <a:r>
              <a:rPr lang="en-GB" sz="1400" b="0" i="0" dirty="0" err="1">
                <a:solidFill>
                  <a:srgbClr val="657B83"/>
                </a:solidFill>
                <a:effectLst/>
                <a:latin typeface="Menlo" panose="020B0609030804020204" pitchFamily="49" charset="0"/>
              </a:rPr>
              <a:t>unshadowed</a:t>
            </a:r>
            <a:endParaRPr lang="de-DE" dirty="0"/>
          </a:p>
          <a:p>
            <a:pPr lvl="2"/>
            <a:r>
              <a:rPr lang="de-DE" dirty="0"/>
              <a:t>Wörterbuch Attacke auf die </a:t>
            </a:r>
            <a:r>
              <a:rPr lang="de-DE" dirty="0" err="1"/>
              <a:t>unshadowed</a:t>
            </a:r>
            <a:r>
              <a:rPr lang="de-DE" dirty="0"/>
              <a:t> Datei</a:t>
            </a:r>
          </a:p>
          <a:p>
            <a:pPr marL="216000" lvl="2" indent="0">
              <a:buNone/>
            </a:pPr>
            <a:r>
              <a:rPr lang="en-GB" sz="1400" b="0" i="0" dirty="0">
                <a:solidFill>
                  <a:srgbClr val="657B83"/>
                </a:solidFill>
                <a:effectLst/>
                <a:latin typeface="Menlo" panose="020B0609030804020204" pitchFamily="49" charset="0"/>
              </a:rPr>
              <a:t>john --wordlist=/home/john/top_100.txt /home/john/</a:t>
            </a:r>
            <a:r>
              <a:rPr lang="en-GB" sz="1400" b="0" i="0" dirty="0" err="1">
                <a:solidFill>
                  <a:srgbClr val="657B83"/>
                </a:solidFill>
                <a:effectLst/>
                <a:latin typeface="Menlo" panose="020B0609030804020204" pitchFamily="49" charset="0"/>
              </a:rPr>
              <a:t>unshadowed</a:t>
            </a:r>
            <a:endParaRPr lang="de-DE" sz="1200" dirty="0"/>
          </a:p>
          <a:p>
            <a:endParaRPr lang="de-DE" dirty="0"/>
          </a:p>
          <a:p>
            <a:pPr marL="0" indent="0">
              <a:buNone/>
            </a:pPr>
            <a:r>
              <a:rPr lang="de-DE" dirty="0" err="1"/>
              <a:t>pwned</a:t>
            </a:r>
            <a:r>
              <a:rPr lang="de-DE" dirty="0"/>
              <a:t>.</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11</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r>
              <a:rPr lang="de-DE" dirty="0"/>
              <a:t>Raten ist für Langweiler!</a:t>
            </a:r>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a:t>Schwache Passwörter</a:t>
            </a:r>
          </a:p>
        </p:txBody>
      </p:sp>
      <p:sp>
        <p:nvSpPr>
          <p:cNvPr id="11" name="Textfeld 10">
            <a:extLst>
              <a:ext uri="{FF2B5EF4-FFF2-40B4-BE49-F238E27FC236}">
                <a16:creationId xmlns:a16="http://schemas.microsoft.com/office/drawing/2014/main" id="{F94D0C8C-57FA-4FD3-E7BF-D59E98F3F4C2}"/>
              </a:ext>
            </a:extLst>
          </p:cNvPr>
          <p:cNvSpPr txBox="1"/>
          <p:nvPr/>
        </p:nvSpPr>
        <p:spPr>
          <a:xfrm>
            <a:off x="611039" y="662834"/>
            <a:ext cx="2880320" cy="5765681"/>
          </a:xfrm>
          <a:prstGeom prst="rect">
            <a:avLst/>
          </a:prstGeom>
          <a:noFill/>
        </p:spPr>
        <p:txBody>
          <a:bodyPr wrap="square" lIns="0" tIns="0" rIns="0" bIns="0" rtlCol="0">
            <a:spAutoFit/>
          </a:bodyPr>
          <a:lstStyle/>
          <a:p>
            <a:pPr algn="l">
              <a:spcBef>
                <a:spcPts val="60"/>
              </a:spcBef>
              <a:buSzPct val="100000"/>
            </a:pPr>
            <a:r>
              <a:rPr lang="de-DE" sz="1600" dirty="0">
                <a:solidFill>
                  <a:srgbClr val="00B050"/>
                </a:solidFill>
                <a:latin typeface="Lucida Sans Typewriter" panose="020B0509030504030204" pitchFamily="49" charset="0"/>
              </a:rPr>
              <a:t>Bei Wörterbuch-Attacken werden Passwort-Hashes mit Hashes vergleichen, die aus einer Passwort-Liste generiert werden.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r>
              <a:rPr lang="de-DE" sz="1600" dirty="0">
                <a:solidFill>
                  <a:srgbClr val="00B050"/>
                </a:solidFill>
                <a:latin typeface="Lucida Sans Typewriter" panose="020B0509030504030204" pitchFamily="49" charset="0"/>
              </a:rPr>
              <a:t>Eine Umfangreiche Sammlung von Wörterbüchern  für User, Passwörter und Verzeichnisse bietet </a:t>
            </a:r>
            <a:r>
              <a:rPr lang="de-DE" sz="1600" dirty="0">
                <a:solidFill>
                  <a:srgbClr val="00B050"/>
                </a:solidFill>
                <a:latin typeface="Lucida Sans Typewriter" panose="020B0509030504030204" pitchFamily="49" charset="0"/>
                <a:hlinkClick r:id="rId3"/>
              </a:rPr>
              <a:t>https://github.com/danielmiessler/SecLists</a:t>
            </a: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a:p>
            <a:pPr>
              <a:spcBef>
                <a:spcPts val="60"/>
              </a:spcBef>
              <a:buSzPct val="100000"/>
            </a:pPr>
            <a:r>
              <a:rPr lang="de-DE" sz="1600" dirty="0">
                <a:solidFill>
                  <a:srgbClr val="00B050"/>
                </a:solidFill>
                <a:latin typeface="Lucida Sans Typewriter" panose="020B0509030504030204" pitchFamily="49" charset="0"/>
              </a:rPr>
              <a:t>Eine Liste von 100 beliebten Passwörtern liegt auf der Maschine: /</a:t>
            </a:r>
            <a:r>
              <a:rPr lang="de-DE" sz="1600" dirty="0" err="1">
                <a:solidFill>
                  <a:srgbClr val="00B050"/>
                </a:solidFill>
                <a:latin typeface="Lucida Sans Typewriter" panose="020B0509030504030204" pitchFamily="49" charset="0"/>
              </a:rPr>
              <a:t>home</a:t>
            </a:r>
            <a:r>
              <a:rPr lang="de-DE" sz="1600" dirty="0">
                <a:solidFill>
                  <a:srgbClr val="00B050"/>
                </a:solidFill>
                <a:latin typeface="Lucida Sans Typewriter" panose="020B0509030504030204" pitchFamily="49" charset="0"/>
              </a:rPr>
              <a:t>/</a:t>
            </a:r>
            <a:r>
              <a:rPr lang="de-DE" sz="1600" dirty="0" err="1">
                <a:solidFill>
                  <a:srgbClr val="00B050"/>
                </a:solidFill>
                <a:latin typeface="Lucida Sans Typewriter" panose="020B0509030504030204" pitchFamily="49" charset="0"/>
              </a:rPr>
              <a:t>john</a:t>
            </a:r>
            <a:r>
              <a:rPr lang="de-DE" sz="1600" dirty="0">
                <a:solidFill>
                  <a:srgbClr val="00B050"/>
                </a:solidFill>
                <a:latin typeface="Lucida Sans Typewriter" panose="020B0509030504030204" pitchFamily="49" charset="0"/>
              </a:rPr>
              <a:t>/top_100.txt</a:t>
            </a:r>
          </a:p>
          <a:p>
            <a:pPr>
              <a:spcBef>
                <a:spcPts val="60"/>
              </a:spcBef>
              <a:buSzPct val="100000"/>
            </a:pPr>
            <a:endParaRPr lang="de-DE" sz="1600" dirty="0">
              <a:solidFill>
                <a:srgbClr val="00B050"/>
              </a:solidFill>
              <a:latin typeface="Lucida Sans Typewriter" panose="020B0509030504030204" pitchFamily="49" charset="0"/>
            </a:endParaRPr>
          </a:p>
          <a:p>
            <a:pPr>
              <a:spcBef>
                <a:spcPts val="60"/>
              </a:spcBef>
              <a:buSzPct val="100000"/>
            </a:pPr>
            <a:r>
              <a:rPr lang="de-DE" sz="1600" dirty="0">
                <a:solidFill>
                  <a:srgbClr val="00B050"/>
                </a:solidFill>
                <a:latin typeface="Lucida Sans Typewriter" panose="020B0509030504030204" pitchFamily="49" charset="0"/>
              </a:rPr>
              <a:t>Beliebte Tools</a:t>
            </a:r>
          </a:p>
          <a:p>
            <a:pPr marL="285750" indent="-285750">
              <a:spcBef>
                <a:spcPts val="60"/>
              </a:spcBef>
              <a:buSzPct val="100000"/>
              <a:buFontTx/>
              <a:buChar char="-"/>
            </a:pPr>
            <a:r>
              <a:rPr lang="de-DE" sz="1600" dirty="0" err="1">
                <a:solidFill>
                  <a:srgbClr val="00B050"/>
                </a:solidFill>
                <a:latin typeface="Lucida Sans Typewriter" panose="020B0509030504030204" pitchFamily="49" charset="0"/>
              </a:rPr>
              <a:t>Hashcat</a:t>
            </a:r>
            <a:endParaRPr lang="de-DE" sz="1600" dirty="0">
              <a:solidFill>
                <a:srgbClr val="00B050"/>
              </a:solidFill>
              <a:latin typeface="Lucida Sans Typewriter" panose="020B0509030504030204" pitchFamily="49" charset="0"/>
            </a:endParaRPr>
          </a:p>
          <a:p>
            <a:pPr marL="285750" indent="-285750">
              <a:spcBef>
                <a:spcPts val="60"/>
              </a:spcBef>
              <a:buSzPct val="100000"/>
              <a:buFontTx/>
              <a:buChar char="-"/>
            </a:pPr>
            <a:r>
              <a:rPr lang="de-DE" sz="1600" dirty="0">
                <a:solidFill>
                  <a:srgbClr val="00B050"/>
                </a:solidFill>
                <a:latin typeface="Lucida Sans Typewriter" panose="020B0509030504030204" pitchFamily="49" charset="0"/>
              </a:rPr>
              <a:t>John </a:t>
            </a:r>
            <a:r>
              <a:rPr lang="de-DE" sz="1600" dirty="0" err="1">
                <a:solidFill>
                  <a:srgbClr val="00B050"/>
                </a:solidFill>
                <a:latin typeface="Lucida Sans Typewriter" panose="020B0509030504030204" pitchFamily="49" charset="0"/>
              </a:rPr>
              <a:t>the</a:t>
            </a:r>
            <a:r>
              <a:rPr lang="de-DE" sz="1600" dirty="0">
                <a:solidFill>
                  <a:srgbClr val="00B050"/>
                </a:solidFill>
                <a:latin typeface="Lucida Sans Typewriter" panose="020B0509030504030204" pitchFamily="49" charset="0"/>
              </a:rPr>
              <a:t> Ripper </a:t>
            </a:r>
          </a:p>
          <a:p>
            <a:pPr marL="285750" indent="-285750">
              <a:spcBef>
                <a:spcPts val="60"/>
              </a:spcBef>
              <a:buSzPct val="100000"/>
              <a:buFontTx/>
              <a:buChar char="-"/>
            </a:pP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2025156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Welche Programme für einem Anwender in </a:t>
            </a:r>
            <a:r>
              <a:rPr lang="de-DE" dirty="0" err="1"/>
              <a:t>sudo</a:t>
            </a:r>
            <a:r>
              <a:rPr lang="de-DE" dirty="0"/>
              <a:t> konfiguriert sind erfährt man mit dem `</a:t>
            </a:r>
            <a:r>
              <a:rPr lang="de-DE" dirty="0" err="1"/>
              <a:t>sudo</a:t>
            </a:r>
            <a:r>
              <a:rPr lang="de-DE" dirty="0"/>
              <a:t> -l` Befehl.</a:t>
            </a:r>
          </a:p>
          <a:p>
            <a:r>
              <a:rPr lang="de-DE" dirty="0"/>
              <a:t>Bei einigen Programmen gibt es jedoch die Möglichkeit, Dateien zu lesen oder eine </a:t>
            </a:r>
            <a:r>
              <a:rPr lang="de-DE" dirty="0" err="1"/>
              <a:t>shell</a:t>
            </a:r>
            <a:r>
              <a:rPr lang="de-DE" dirty="0"/>
              <a:t> zu spawnen - und wenn das Programm mit root-Rechten ausgeführt wurde, Dateien mit root Lesezugriff (bspw. /</a:t>
            </a:r>
            <a:r>
              <a:rPr lang="de-DE" dirty="0" err="1"/>
              <a:t>etc</a:t>
            </a:r>
            <a:r>
              <a:rPr lang="de-DE" dirty="0"/>
              <a:t>/</a:t>
            </a:r>
            <a:r>
              <a:rPr lang="de-DE" dirty="0" err="1"/>
              <a:t>shadow</a:t>
            </a:r>
            <a:r>
              <a:rPr lang="de-DE" dirty="0"/>
              <a:t>) zu lesen/schreiben oder eine root-</a:t>
            </a:r>
            <a:r>
              <a:rPr lang="de-DE" dirty="0" err="1"/>
              <a:t>shell</a:t>
            </a:r>
            <a:r>
              <a:rPr lang="de-DE" dirty="0"/>
              <a:t> zu spawnen.</a:t>
            </a:r>
          </a:p>
          <a:p>
            <a:r>
              <a:rPr lang="de-DE" dirty="0"/>
              <a:t>Eine Sammlung dieser Programme und wie man diese Schwachstelle ausnutzt findet man auf </a:t>
            </a:r>
            <a:r>
              <a:rPr lang="de-DE" dirty="0" err="1">
                <a:hlinkClick r:id="rId3"/>
              </a:rPr>
              <a:t>gtfobin</a:t>
            </a:r>
            <a:r>
              <a:rPr lang="de-DE" dirty="0"/>
              <a:t>.</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12</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err="1"/>
              <a:t>Sudo</a:t>
            </a:r>
            <a:endParaRPr lang="de-DE" dirty="0"/>
          </a:p>
        </p:txBody>
      </p:sp>
      <p:sp>
        <p:nvSpPr>
          <p:cNvPr id="11" name="Textfeld 10">
            <a:extLst>
              <a:ext uri="{FF2B5EF4-FFF2-40B4-BE49-F238E27FC236}">
                <a16:creationId xmlns:a16="http://schemas.microsoft.com/office/drawing/2014/main" id="{F94D0C8C-57FA-4FD3-E7BF-D59E98F3F4C2}"/>
              </a:ext>
            </a:extLst>
          </p:cNvPr>
          <p:cNvSpPr txBox="1"/>
          <p:nvPr/>
        </p:nvSpPr>
        <p:spPr>
          <a:xfrm>
            <a:off x="611039" y="662834"/>
            <a:ext cx="2880320" cy="3757439"/>
          </a:xfrm>
          <a:prstGeom prst="rect">
            <a:avLst/>
          </a:prstGeom>
          <a:noFill/>
        </p:spPr>
        <p:txBody>
          <a:bodyPr wrap="square" lIns="0" tIns="0" rIns="0" bIns="0" rtlCol="0">
            <a:spAutoFit/>
          </a:bodyPr>
          <a:lstStyle/>
          <a:p>
            <a:pPr algn="l">
              <a:spcBef>
                <a:spcPts val="60"/>
              </a:spcBef>
              <a:buSzPct val="100000"/>
            </a:pPr>
            <a:r>
              <a:rPr lang="de-DE" sz="1600" dirty="0" err="1">
                <a:solidFill>
                  <a:srgbClr val="00B050"/>
                </a:solidFill>
                <a:latin typeface="Lucida Sans Typewriter" panose="020B0509030504030204" pitchFamily="49" charset="0"/>
              </a:rPr>
              <a:t>Sudo</a:t>
            </a:r>
            <a:r>
              <a:rPr lang="de-DE" sz="1600" dirty="0">
                <a:solidFill>
                  <a:srgbClr val="00B050"/>
                </a:solidFill>
                <a:latin typeface="Lucida Sans Typewriter" panose="020B0509030504030204" pitchFamily="49" charset="0"/>
              </a:rPr>
              <a:t> erlaubt es einem Anwender Programme mit root-Rechten auszuführen.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r>
              <a:rPr lang="de-DE" sz="1600" dirty="0">
                <a:solidFill>
                  <a:srgbClr val="00B050"/>
                </a:solidFill>
                <a:latin typeface="Lucida Sans Typewriter" panose="020B0509030504030204" pitchFamily="49" charset="0"/>
              </a:rPr>
              <a:t>So kann ein Administrator einzelnen Anwendern die Möglichkeit geben trotz eingeschränktem Zugriff bestimmte Programme ausführen zu können.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14588982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Mit dem Befehl `</a:t>
            </a:r>
            <a:r>
              <a:rPr lang="de-DE" dirty="0" err="1"/>
              <a:t>sudo</a:t>
            </a:r>
            <a:r>
              <a:rPr lang="de-DE" dirty="0"/>
              <a:t> –l` sehen wir das wir z.B. den Befehl find mit </a:t>
            </a:r>
            <a:r>
              <a:rPr lang="de-DE" dirty="0" err="1"/>
              <a:t>sudo</a:t>
            </a:r>
            <a:r>
              <a:rPr lang="de-DE" dirty="0"/>
              <a:t> ausführen dürfen</a:t>
            </a:r>
          </a:p>
          <a:p>
            <a:r>
              <a:rPr lang="de-DE" dirty="0"/>
              <a:t>Auf </a:t>
            </a:r>
            <a:r>
              <a:rPr lang="de-DE" dirty="0" err="1">
                <a:hlinkClick r:id="rId3"/>
              </a:rPr>
              <a:t>gtfobin</a:t>
            </a:r>
            <a:r>
              <a:rPr lang="de-DE" dirty="0"/>
              <a:t> finden wir einen Angriffsvektor dafür</a:t>
            </a:r>
          </a:p>
          <a:p>
            <a:r>
              <a:rPr lang="de-DE" dirty="0"/>
              <a:t>Mit dem Befehl `</a:t>
            </a:r>
            <a:r>
              <a:rPr lang="en-US" dirty="0" err="1"/>
              <a:t>sudo</a:t>
            </a:r>
            <a:r>
              <a:rPr lang="en-US" dirty="0"/>
              <a:t> find . -exec /bin/</a:t>
            </a:r>
            <a:r>
              <a:rPr lang="en-US" dirty="0" err="1"/>
              <a:t>sh</a:t>
            </a:r>
            <a:r>
              <a:rPr lang="en-US" dirty="0"/>
              <a:t> \; -quit’ </a:t>
            </a:r>
            <a:r>
              <a:rPr lang="en-US" dirty="0" err="1"/>
              <a:t>können</a:t>
            </a:r>
            <a:r>
              <a:rPr lang="en-US" dirty="0"/>
              <a:t> </a:t>
            </a:r>
            <a:r>
              <a:rPr lang="en-US" dirty="0" err="1"/>
              <a:t>wir</a:t>
            </a:r>
            <a:r>
              <a:rPr lang="en-US" dirty="0"/>
              <a:t> </a:t>
            </a:r>
            <a:r>
              <a:rPr lang="en-US" dirty="0" err="1"/>
              <a:t>eine</a:t>
            </a:r>
            <a:r>
              <a:rPr lang="en-US" dirty="0"/>
              <a:t> </a:t>
            </a:r>
            <a:r>
              <a:rPr lang="en-US" dirty="0" err="1"/>
              <a:t>Rootshell</a:t>
            </a:r>
            <a:r>
              <a:rPr lang="en-US" dirty="0"/>
              <a:t> </a:t>
            </a:r>
            <a:r>
              <a:rPr lang="en-US" dirty="0" err="1"/>
              <a:t>spawnen</a:t>
            </a:r>
            <a:endParaRPr lang="en-US" dirty="0"/>
          </a:p>
          <a:p>
            <a:pPr marL="0" indent="0">
              <a:buNone/>
            </a:pPr>
            <a:endParaRPr lang="de-DE" dirty="0"/>
          </a:p>
          <a:p>
            <a:endParaRPr lang="de-DE" dirty="0"/>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13</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err="1"/>
              <a:t>Sudo</a:t>
            </a:r>
            <a:r>
              <a:rPr lang="de-DE" dirty="0"/>
              <a:t> (Lösung)</a:t>
            </a:r>
          </a:p>
        </p:txBody>
      </p:sp>
      <p:sp>
        <p:nvSpPr>
          <p:cNvPr id="11" name="Textfeld 10">
            <a:extLst>
              <a:ext uri="{FF2B5EF4-FFF2-40B4-BE49-F238E27FC236}">
                <a16:creationId xmlns:a16="http://schemas.microsoft.com/office/drawing/2014/main" id="{F94D0C8C-57FA-4FD3-E7BF-D59E98F3F4C2}"/>
              </a:ext>
            </a:extLst>
          </p:cNvPr>
          <p:cNvSpPr txBox="1"/>
          <p:nvPr/>
        </p:nvSpPr>
        <p:spPr>
          <a:xfrm>
            <a:off x="611039" y="662834"/>
            <a:ext cx="2880320" cy="3757439"/>
          </a:xfrm>
          <a:prstGeom prst="rect">
            <a:avLst/>
          </a:prstGeom>
          <a:noFill/>
        </p:spPr>
        <p:txBody>
          <a:bodyPr wrap="square" lIns="0" tIns="0" rIns="0" bIns="0" rtlCol="0">
            <a:spAutoFit/>
          </a:bodyPr>
          <a:lstStyle/>
          <a:p>
            <a:pPr algn="l">
              <a:spcBef>
                <a:spcPts val="60"/>
              </a:spcBef>
              <a:buSzPct val="100000"/>
            </a:pPr>
            <a:r>
              <a:rPr lang="de-DE" sz="1600" dirty="0" err="1">
                <a:solidFill>
                  <a:srgbClr val="00B050"/>
                </a:solidFill>
                <a:latin typeface="Lucida Sans Typewriter" panose="020B0509030504030204" pitchFamily="49" charset="0"/>
              </a:rPr>
              <a:t>Sudo</a:t>
            </a:r>
            <a:r>
              <a:rPr lang="de-DE" sz="1600" dirty="0">
                <a:solidFill>
                  <a:srgbClr val="00B050"/>
                </a:solidFill>
                <a:latin typeface="Lucida Sans Typewriter" panose="020B0509030504030204" pitchFamily="49" charset="0"/>
              </a:rPr>
              <a:t> erlaubt es einem Anwender Programme mit root-Rechten auszuführen.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r>
              <a:rPr lang="de-DE" sz="1600" dirty="0">
                <a:solidFill>
                  <a:srgbClr val="00B050"/>
                </a:solidFill>
                <a:latin typeface="Lucida Sans Typewriter" panose="020B0509030504030204" pitchFamily="49" charset="0"/>
              </a:rPr>
              <a:t>So kann ein Administrator einzelnen Anwendern die Möglichkeit geben trotz eingeschränktem Zugriff bestimmte Programme ausführen zu können.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330336860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LD_PRELOAD erlaubt es Programmen, geteilte Bibliotheken (sog. </a:t>
            </a:r>
            <a:r>
              <a:rPr lang="de-DE" dirty="0" err="1"/>
              <a:t>shared</a:t>
            </a:r>
            <a:r>
              <a:rPr lang="de-DE" dirty="0"/>
              <a:t> </a:t>
            </a:r>
            <a:r>
              <a:rPr lang="de-DE" dirty="0" err="1"/>
              <a:t>objects</a:t>
            </a:r>
            <a:r>
              <a:rPr lang="de-DE" dirty="0"/>
              <a:t>) zu verwenden</a:t>
            </a:r>
          </a:p>
          <a:p>
            <a:r>
              <a:rPr lang="de-DE" dirty="0"/>
              <a:t>TODO: wie finden wir heraus, dass das aktiviert ist?</a:t>
            </a:r>
          </a:p>
          <a:p>
            <a:endParaRPr lang="de-DE" dirty="0"/>
          </a:p>
          <a:p>
            <a:r>
              <a:rPr lang="de-DE" dirty="0"/>
              <a:t>Aufgabe: nutzt </a:t>
            </a:r>
            <a:r>
              <a:rPr lang="de-DE" dirty="0" err="1"/>
              <a:t>gtfobins</a:t>
            </a:r>
            <a:r>
              <a:rPr lang="de-DE" dirty="0"/>
              <a:t> um herauszufinden wie ihr das ausnutzen könnt</a:t>
            </a:r>
          </a:p>
          <a:p>
            <a:endParaRPr lang="de-DE" dirty="0"/>
          </a:p>
          <a:p>
            <a:r>
              <a:rPr lang="de-DE" dirty="0"/>
              <a:t>TODO: </a:t>
            </a:r>
            <a:r>
              <a:rPr lang="de-DE" dirty="0" err="1"/>
              <a:t>ggf</a:t>
            </a:r>
            <a:r>
              <a:rPr lang="de-DE" dirty="0"/>
              <a:t> Hilfestellung, das ist schon etwas komplexer?</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14</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a:t>LD_PRELOAD</a:t>
            </a:r>
          </a:p>
        </p:txBody>
      </p:sp>
      <p:sp>
        <p:nvSpPr>
          <p:cNvPr id="8" name="Textfeld 7">
            <a:extLst>
              <a:ext uri="{FF2B5EF4-FFF2-40B4-BE49-F238E27FC236}">
                <a16:creationId xmlns:a16="http://schemas.microsoft.com/office/drawing/2014/main" id="{E8884E0F-A724-A931-0722-7B2684337CA9}"/>
              </a:ext>
            </a:extLst>
          </p:cNvPr>
          <p:cNvSpPr txBox="1"/>
          <p:nvPr/>
        </p:nvSpPr>
        <p:spPr>
          <a:xfrm>
            <a:off x="611039" y="662834"/>
            <a:ext cx="2880320" cy="246221"/>
          </a:xfrm>
          <a:prstGeom prst="rect">
            <a:avLst/>
          </a:prstGeom>
          <a:noFill/>
        </p:spPr>
        <p:txBody>
          <a:bodyPr wrap="square" lIns="0" tIns="0" rIns="0" bIns="0" rtlCol="0">
            <a:spAutoFit/>
          </a:bodyPr>
          <a:lstStyle/>
          <a:p>
            <a:pPr algn="l">
              <a:spcBef>
                <a:spcPts val="60"/>
              </a:spcBef>
              <a:buSzPct val="100000"/>
            </a:pPr>
            <a:r>
              <a:rPr lang="de-DE" sz="1600" dirty="0">
                <a:solidFill>
                  <a:srgbClr val="00B050"/>
                </a:solidFill>
                <a:latin typeface="Lucida Sans Typewriter" panose="020B0509030504030204" pitchFamily="49" charset="0"/>
              </a:rPr>
              <a:t>TODO</a:t>
            </a:r>
          </a:p>
        </p:txBody>
      </p:sp>
    </p:spTree>
    <p:extLst>
      <p:ext uri="{BB962C8B-B14F-4D97-AF65-F5344CB8AC3E}">
        <p14:creationId xmlns:p14="http://schemas.microsoft.com/office/powerpoint/2010/main" val="36016668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nhaltsplatzhalter 9">
            <a:extLst>
              <a:ext uri="{FF2B5EF4-FFF2-40B4-BE49-F238E27FC236}">
                <a16:creationId xmlns:a16="http://schemas.microsoft.com/office/drawing/2014/main" id="{5C58D52D-47ED-FD04-0F85-F0222E18496B}"/>
              </a:ext>
            </a:extLst>
          </p:cNvPr>
          <p:cNvPicPr>
            <a:picLocks noGrp="1" noChangeAspect="1"/>
          </p:cNvPicPr>
          <p:nvPr>
            <p:ph sz="quarter" idx="17"/>
          </p:nvPr>
        </p:nvPicPr>
        <p:blipFill>
          <a:blip r:embed="rId3"/>
          <a:stretch>
            <a:fillRect/>
          </a:stretch>
        </p:blipFill>
        <p:spPr>
          <a:xfrm>
            <a:off x="4337806" y="2165809"/>
            <a:ext cx="6732588" cy="706279"/>
          </a:xfrm>
        </p:spPr>
      </p:pic>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15</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a:t>SUID/SGID</a:t>
            </a:r>
          </a:p>
        </p:txBody>
      </p:sp>
      <p:sp>
        <p:nvSpPr>
          <p:cNvPr id="8" name="Textfeld 7">
            <a:extLst>
              <a:ext uri="{FF2B5EF4-FFF2-40B4-BE49-F238E27FC236}">
                <a16:creationId xmlns:a16="http://schemas.microsoft.com/office/drawing/2014/main" id="{66155F9D-C599-4607-1C5B-3CFA704DD5AF}"/>
              </a:ext>
            </a:extLst>
          </p:cNvPr>
          <p:cNvSpPr txBox="1"/>
          <p:nvPr/>
        </p:nvSpPr>
        <p:spPr>
          <a:xfrm>
            <a:off x="611039" y="662834"/>
            <a:ext cx="2880320" cy="3005951"/>
          </a:xfrm>
          <a:prstGeom prst="rect">
            <a:avLst/>
          </a:prstGeom>
          <a:noFill/>
        </p:spPr>
        <p:txBody>
          <a:bodyPr wrap="square" lIns="0" tIns="0" rIns="0" bIns="0" rtlCol="0">
            <a:spAutoFit/>
          </a:bodyPr>
          <a:lstStyle/>
          <a:p>
            <a:pPr algn="l">
              <a:spcBef>
                <a:spcPts val="60"/>
              </a:spcBef>
              <a:buSzPct val="100000"/>
            </a:pPr>
            <a:r>
              <a:rPr lang="de-DE" sz="1600" dirty="0">
                <a:solidFill>
                  <a:srgbClr val="00B050"/>
                </a:solidFill>
                <a:latin typeface="Lucida Sans Typewriter" panose="020B0509030504030204" pitchFamily="49" charset="0"/>
              </a:rPr>
              <a:t>Berechtigungen ob ein User eine Datei lesen, schreiben oder ausführen darf hängen an den Dateien selbst.</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r>
              <a:rPr lang="de-DE" sz="1600" dirty="0">
                <a:solidFill>
                  <a:srgbClr val="00B050"/>
                </a:solidFill>
                <a:latin typeface="Lucida Sans Typewriter" panose="020B0509030504030204" pitchFamily="49" charset="0"/>
              </a:rPr>
              <a:t>Mit dem Befehl `</a:t>
            </a:r>
            <a:r>
              <a:rPr lang="de-DE" sz="1600" dirty="0" err="1">
                <a:solidFill>
                  <a:srgbClr val="00B050"/>
                </a:solidFill>
                <a:latin typeface="Lucida Sans Typewriter" panose="020B0509030504030204" pitchFamily="49" charset="0"/>
              </a:rPr>
              <a:t>ls</a:t>
            </a:r>
            <a:r>
              <a:rPr lang="de-DE" sz="1600" dirty="0">
                <a:solidFill>
                  <a:srgbClr val="00B050"/>
                </a:solidFill>
                <a:latin typeface="Lucida Sans Typewriter" panose="020B0509030504030204" pitchFamily="49" charset="0"/>
              </a:rPr>
              <a:t> -l` kann man sich diese Berechtigungen anzeigen lassen.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p:txBody>
      </p:sp>
      <p:sp>
        <p:nvSpPr>
          <p:cNvPr id="11" name="Textfeld 10">
            <a:extLst>
              <a:ext uri="{FF2B5EF4-FFF2-40B4-BE49-F238E27FC236}">
                <a16:creationId xmlns:a16="http://schemas.microsoft.com/office/drawing/2014/main" id="{C2AEE6D3-1A0A-F38D-8927-D6766E860DA3}"/>
              </a:ext>
            </a:extLst>
          </p:cNvPr>
          <p:cNvSpPr txBox="1"/>
          <p:nvPr/>
        </p:nvSpPr>
        <p:spPr>
          <a:xfrm>
            <a:off x="4356689" y="3463625"/>
            <a:ext cx="5615390" cy="2539157"/>
          </a:xfrm>
          <a:prstGeom prst="rect">
            <a:avLst/>
          </a:prstGeom>
          <a:noFill/>
        </p:spPr>
        <p:txBody>
          <a:bodyPr wrap="square" lIns="0" tIns="0" rIns="0" bIns="0" rtlCol="0">
            <a:spAutoFit/>
          </a:bodyPr>
          <a:lstStyle/>
          <a:p>
            <a:pPr marL="144000" indent="-144000" algn="l">
              <a:spcBef>
                <a:spcPts val="60"/>
              </a:spcBef>
              <a:buSzPct val="100000"/>
              <a:buFont typeface="Wingdings" panose="05000000000000000000" pitchFamily="2" charset="2"/>
              <a:buChar char="§"/>
            </a:pPr>
            <a:r>
              <a:rPr lang="de-DE" sz="1600" dirty="0"/>
              <a:t>Dateien mit SUID-Bit werden immer mit den Rechten des </a:t>
            </a:r>
            <a:r>
              <a:rPr lang="de-DE" sz="1600" dirty="0" err="1"/>
              <a:t>Owners</a:t>
            </a:r>
            <a:r>
              <a:rPr lang="de-DE" sz="1600" dirty="0"/>
              <a:t> der Datei ausgeführt</a:t>
            </a:r>
          </a:p>
          <a:p>
            <a:pPr marL="144000" indent="-144000" algn="l">
              <a:spcBef>
                <a:spcPts val="60"/>
              </a:spcBef>
              <a:buSzPct val="100000"/>
              <a:buFont typeface="Wingdings" panose="05000000000000000000" pitchFamily="2" charset="2"/>
              <a:buChar char="§"/>
            </a:pPr>
            <a:r>
              <a:rPr lang="de-DE" sz="1600" dirty="0"/>
              <a:t>Dateien die mit dem SUID-/ SGID-Bit lassen sich mit dem find Befehl aufspüren:</a:t>
            </a:r>
          </a:p>
          <a:p>
            <a:pPr marL="144000" indent="-144000" algn="l">
              <a:spcBef>
                <a:spcPts val="60"/>
              </a:spcBef>
              <a:buSzPct val="100000"/>
              <a:buFont typeface="Wingdings" panose="05000000000000000000" pitchFamily="2" charset="2"/>
              <a:buChar char="§"/>
            </a:pPr>
            <a:endParaRPr lang="de-DE" sz="1600" dirty="0"/>
          </a:p>
          <a:p>
            <a:pPr algn="l">
              <a:spcBef>
                <a:spcPts val="60"/>
              </a:spcBef>
              <a:buSzPct val="100000"/>
            </a:pPr>
            <a:r>
              <a:rPr lang="en-US" sz="1600" b="0" i="0" dirty="0">
                <a:solidFill>
                  <a:srgbClr val="D7BA7D"/>
                </a:solidFill>
                <a:effectLst/>
                <a:latin typeface="Consolas" panose="020B0609020204030204" pitchFamily="49" charset="0"/>
              </a:rPr>
              <a:t>find / -perm -u=s -user root 2&gt;/dev/null</a:t>
            </a:r>
          </a:p>
          <a:p>
            <a:pPr algn="l">
              <a:spcBef>
                <a:spcPts val="60"/>
              </a:spcBef>
              <a:buSzPct val="100000"/>
            </a:pPr>
            <a:endParaRPr lang="en-US" sz="1600" dirty="0">
              <a:solidFill>
                <a:srgbClr val="D7BA7D"/>
              </a:solidFill>
              <a:latin typeface="Consolas" panose="020B0609020204030204" pitchFamily="49" charset="0"/>
            </a:endParaRPr>
          </a:p>
          <a:p>
            <a:pPr algn="l">
              <a:spcBef>
                <a:spcPts val="60"/>
              </a:spcBef>
              <a:buSzPct val="100000"/>
            </a:pPr>
            <a:endParaRPr lang="en-US" sz="1600" dirty="0">
              <a:solidFill>
                <a:srgbClr val="D7BA7D"/>
              </a:solidFill>
              <a:latin typeface="Consolas" panose="020B0609020204030204" pitchFamily="49" charset="0"/>
            </a:endParaRPr>
          </a:p>
          <a:p>
            <a:pPr algn="l">
              <a:spcBef>
                <a:spcPts val="60"/>
              </a:spcBef>
              <a:buSzPct val="100000"/>
            </a:pPr>
            <a:r>
              <a:rPr lang="en-US" sz="1600" dirty="0">
                <a:latin typeface="+mj-lt"/>
              </a:rPr>
              <a:t>Aufgabe: </a:t>
            </a:r>
            <a:r>
              <a:rPr lang="en-US" sz="1600" dirty="0" err="1">
                <a:latin typeface="+mj-lt"/>
              </a:rPr>
              <a:t>findet</a:t>
            </a:r>
            <a:r>
              <a:rPr lang="en-US" sz="1600" dirty="0">
                <a:latin typeface="+mj-lt"/>
              </a:rPr>
              <a:t> </a:t>
            </a:r>
            <a:r>
              <a:rPr lang="en-US" sz="1600" dirty="0" err="1">
                <a:latin typeface="+mj-lt"/>
              </a:rPr>
              <a:t>heraus</a:t>
            </a:r>
            <a:r>
              <a:rPr lang="en-US" sz="1600" dirty="0">
                <a:latin typeface="+mj-lt"/>
              </a:rPr>
              <a:t>, </a:t>
            </a:r>
            <a:r>
              <a:rPr lang="en-US" sz="1600" dirty="0" err="1">
                <a:latin typeface="+mj-lt"/>
              </a:rPr>
              <a:t>wie</a:t>
            </a:r>
            <a:r>
              <a:rPr lang="en-US" sz="1600" dirty="0">
                <a:latin typeface="+mj-lt"/>
              </a:rPr>
              <a:t> </a:t>
            </a:r>
            <a:r>
              <a:rPr lang="en-US" sz="1600" dirty="0" err="1">
                <a:latin typeface="+mj-lt"/>
              </a:rPr>
              <a:t>Ihr</a:t>
            </a:r>
            <a:r>
              <a:rPr lang="en-US" sz="1600" dirty="0">
                <a:latin typeface="+mj-lt"/>
              </a:rPr>
              <a:t> </a:t>
            </a:r>
            <a:r>
              <a:rPr lang="en-US" sz="1600" dirty="0" err="1">
                <a:latin typeface="+mj-lt"/>
              </a:rPr>
              <a:t>mit</a:t>
            </a:r>
            <a:r>
              <a:rPr lang="en-US" sz="1600" dirty="0">
                <a:latin typeface="+mj-lt"/>
              </a:rPr>
              <a:t> den </a:t>
            </a:r>
            <a:r>
              <a:rPr lang="en-US" sz="1600" dirty="0" err="1">
                <a:latin typeface="+mj-lt"/>
              </a:rPr>
              <a:t>gefundenen</a:t>
            </a:r>
            <a:r>
              <a:rPr lang="en-US" sz="1600" dirty="0">
                <a:latin typeface="+mj-lt"/>
              </a:rPr>
              <a:t> </a:t>
            </a:r>
            <a:r>
              <a:rPr lang="en-US" sz="1600" dirty="0" err="1">
                <a:latin typeface="+mj-lt"/>
              </a:rPr>
              <a:t>Programmen</a:t>
            </a:r>
            <a:r>
              <a:rPr lang="en-US" sz="1600" dirty="0">
                <a:latin typeface="+mj-lt"/>
              </a:rPr>
              <a:t> </a:t>
            </a:r>
            <a:r>
              <a:rPr lang="en-US" sz="1600" dirty="0" err="1">
                <a:latin typeface="+mj-lt"/>
              </a:rPr>
              <a:t>eine</a:t>
            </a:r>
            <a:r>
              <a:rPr lang="en-US" sz="1600" dirty="0">
                <a:latin typeface="+mj-lt"/>
              </a:rPr>
              <a:t> </a:t>
            </a:r>
            <a:r>
              <a:rPr lang="en-US" sz="1600" dirty="0" err="1">
                <a:latin typeface="+mj-lt"/>
              </a:rPr>
              <a:t>rootshell</a:t>
            </a:r>
            <a:r>
              <a:rPr lang="en-US" sz="1600" dirty="0">
                <a:latin typeface="+mj-lt"/>
              </a:rPr>
              <a:t> </a:t>
            </a:r>
            <a:r>
              <a:rPr lang="en-US" sz="1600" dirty="0" err="1">
                <a:latin typeface="+mj-lt"/>
              </a:rPr>
              <a:t>spawnen</a:t>
            </a:r>
            <a:r>
              <a:rPr lang="en-US" sz="1600" dirty="0">
                <a:latin typeface="+mj-lt"/>
              </a:rPr>
              <a:t> </a:t>
            </a:r>
            <a:r>
              <a:rPr lang="en-US" sz="1600" dirty="0" err="1">
                <a:latin typeface="+mj-lt"/>
              </a:rPr>
              <a:t>könnt</a:t>
            </a:r>
            <a:endParaRPr lang="de-DE" sz="1600" dirty="0" err="1">
              <a:latin typeface="+mj-lt"/>
            </a:endParaRPr>
          </a:p>
        </p:txBody>
      </p:sp>
    </p:spTree>
    <p:extLst>
      <p:ext uri="{BB962C8B-B14F-4D97-AF65-F5344CB8AC3E}">
        <p14:creationId xmlns:p14="http://schemas.microsoft.com/office/powerpoint/2010/main" val="8213841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Mit dem Befehl `</a:t>
            </a:r>
            <a:r>
              <a:rPr lang="de-DE" dirty="0" err="1"/>
              <a:t>getcap</a:t>
            </a:r>
            <a:r>
              <a:rPr lang="de-DE" dirty="0"/>
              <a:t>` lassen sich </a:t>
            </a:r>
            <a:r>
              <a:rPr lang="de-DE" dirty="0" err="1"/>
              <a:t>Executables</a:t>
            </a:r>
            <a:r>
              <a:rPr lang="de-DE" dirty="0"/>
              <a:t> mit erweiterten </a:t>
            </a:r>
            <a:r>
              <a:rPr lang="de-DE" dirty="0" err="1"/>
              <a:t>Capabilities</a:t>
            </a:r>
            <a:r>
              <a:rPr lang="de-DE" dirty="0"/>
              <a:t> aufspüren. (Um die Ausgabe kompakt zu halten werfen wir die Fehlerausgaben weg `2&gt;/</a:t>
            </a:r>
            <a:r>
              <a:rPr lang="de-DE" dirty="0" err="1"/>
              <a:t>dev</a:t>
            </a:r>
            <a:r>
              <a:rPr lang="de-DE" dirty="0"/>
              <a:t>/null`)</a:t>
            </a:r>
          </a:p>
          <a:p>
            <a:r>
              <a:rPr lang="de-DE" dirty="0"/>
              <a:t>`</a:t>
            </a:r>
            <a:r>
              <a:rPr lang="de-DE" dirty="0" err="1"/>
              <a:t>getcap</a:t>
            </a:r>
            <a:r>
              <a:rPr lang="de-DE" dirty="0"/>
              <a:t> -r / 2&gt;/</a:t>
            </a:r>
            <a:r>
              <a:rPr lang="de-DE" dirty="0" err="1"/>
              <a:t>dev</a:t>
            </a:r>
            <a:r>
              <a:rPr lang="de-DE" dirty="0"/>
              <a:t>/null`</a:t>
            </a:r>
          </a:p>
          <a:p>
            <a:endParaRPr lang="de-DE" dirty="0"/>
          </a:p>
          <a:p>
            <a:endParaRPr lang="de-DE" dirty="0"/>
          </a:p>
          <a:p>
            <a:endParaRPr lang="de-DE" dirty="0"/>
          </a:p>
          <a:p>
            <a:endParaRPr lang="de-DE" dirty="0"/>
          </a:p>
          <a:p>
            <a:endParaRPr lang="de-DE" dirty="0"/>
          </a:p>
          <a:p>
            <a:r>
              <a:rPr lang="de-DE" dirty="0"/>
              <a:t>Aufgabe: Ihr kennt das Spiel ;)</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16</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err="1"/>
              <a:t>Capabilities</a:t>
            </a:r>
            <a:endParaRPr lang="de-DE" dirty="0"/>
          </a:p>
        </p:txBody>
      </p:sp>
      <p:sp>
        <p:nvSpPr>
          <p:cNvPr id="8" name="Textfeld 7">
            <a:extLst>
              <a:ext uri="{FF2B5EF4-FFF2-40B4-BE49-F238E27FC236}">
                <a16:creationId xmlns:a16="http://schemas.microsoft.com/office/drawing/2014/main" id="{A16AA867-A1B0-22EF-7A33-C2745778FD17}"/>
              </a:ext>
            </a:extLst>
          </p:cNvPr>
          <p:cNvSpPr txBox="1"/>
          <p:nvPr/>
        </p:nvSpPr>
        <p:spPr>
          <a:xfrm>
            <a:off x="611039" y="662834"/>
            <a:ext cx="2880320" cy="2513509"/>
          </a:xfrm>
          <a:prstGeom prst="rect">
            <a:avLst/>
          </a:prstGeom>
          <a:noFill/>
        </p:spPr>
        <p:txBody>
          <a:bodyPr wrap="square" lIns="0" tIns="0" rIns="0" bIns="0" rtlCol="0">
            <a:spAutoFit/>
          </a:bodyPr>
          <a:lstStyle/>
          <a:p>
            <a:pPr algn="l">
              <a:spcBef>
                <a:spcPts val="60"/>
              </a:spcBef>
              <a:buSzPct val="100000"/>
            </a:pPr>
            <a:r>
              <a:rPr lang="de-DE" sz="1600" dirty="0" err="1">
                <a:solidFill>
                  <a:srgbClr val="00B050"/>
                </a:solidFill>
                <a:latin typeface="Lucida Sans Typewriter" panose="020B0509030504030204" pitchFamily="49" charset="0"/>
              </a:rPr>
              <a:t>Capabilities</a:t>
            </a:r>
            <a:r>
              <a:rPr lang="de-DE" sz="1600" dirty="0">
                <a:solidFill>
                  <a:srgbClr val="00B050"/>
                </a:solidFill>
                <a:latin typeface="Lucida Sans Typewriter" panose="020B0509030504030204" pitchFamily="49" charset="0"/>
              </a:rPr>
              <a:t> sind eine Möglichkeit Rechte feingranularer zu vergeben.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r>
              <a:rPr lang="de-DE" sz="1600" dirty="0">
                <a:solidFill>
                  <a:srgbClr val="00B050"/>
                </a:solidFill>
                <a:latin typeface="Lucida Sans Typewriter" panose="020B0509030504030204" pitchFamily="49" charset="0"/>
              </a:rPr>
              <a:t>Damit können einem Tool einzelne Berechtigungen zugewiesen werden.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15868748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Mit dem Befehl </a:t>
            </a:r>
            <a:r>
              <a:rPr lang="de-DE" dirty="0" err="1"/>
              <a:t>getcap</a:t>
            </a:r>
            <a:r>
              <a:rPr lang="de-DE" dirty="0"/>
              <a:t> finden wir eine Kopie von </a:t>
            </a:r>
            <a:r>
              <a:rPr lang="de-DE" dirty="0" err="1"/>
              <a:t>vim</a:t>
            </a:r>
            <a:r>
              <a:rPr lang="de-DE" dirty="0"/>
              <a:t> mit erweiterten Rechten</a:t>
            </a:r>
          </a:p>
          <a:p>
            <a:r>
              <a:rPr lang="de-DE" dirty="0"/>
              <a:t>Bei einer Suche in </a:t>
            </a:r>
            <a:r>
              <a:rPr lang="de-DE" dirty="0" err="1">
                <a:hlinkClick r:id="rId2"/>
              </a:rPr>
              <a:t>gtfobins</a:t>
            </a:r>
            <a:r>
              <a:rPr lang="de-DE" dirty="0"/>
              <a:t> finden wir wieder einen Angriffsvektor</a:t>
            </a:r>
          </a:p>
          <a:p>
            <a:r>
              <a:rPr lang="de-DE" dirty="0"/>
              <a:t>`./</a:t>
            </a:r>
            <a:r>
              <a:rPr lang="de-DE" dirty="0" err="1"/>
              <a:t>vim</a:t>
            </a:r>
            <a:r>
              <a:rPr lang="de-DE" dirty="0"/>
              <a:t> -c ':py3 </a:t>
            </a:r>
            <a:r>
              <a:rPr lang="de-DE" dirty="0" err="1"/>
              <a:t>import</a:t>
            </a:r>
            <a:r>
              <a:rPr lang="de-DE" dirty="0"/>
              <a:t> </a:t>
            </a:r>
            <a:r>
              <a:rPr lang="de-DE" dirty="0" err="1"/>
              <a:t>os</a:t>
            </a:r>
            <a:r>
              <a:rPr lang="de-DE" dirty="0"/>
              <a:t>; </a:t>
            </a:r>
            <a:r>
              <a:rPr lang="de-DE" dirty="0" err="1"/>
              <a:t>os.setuid</a:t>
            </a:r>
            <a:r>
              <a:rPr lang="de-DE" dirty="0"/>
              <a:t>(0); </a:t>
            </a:r>
            <a:r>
              <a:rPr lang="de-DE" dirty="0" err="1"/>
              <a:t>os.execl</a:t>
            </a:r>
            <a:r>
              <a:rPr lang="de-DE" dirty="0"/>
              <a:t>("/bin/sh", "sh", "-c", "</a:t>
            </a:r>
            <a:r>
              <a:rPr lang="de-DE" dirty="0" err="1"/>
              <a:t>reset</a:t>
            </a:r>
            <a:r>
              <a:rPr lang="de-DE" dirty="0"/>
              <a:t>; </a:t>
            </a:r>
            <a:r>
              <a:rPr lang="de-DE" dirty="0" err="1"/>
              <a:t>exec</a:t>
            </a:r>
            <a:r>
              <a:rPr lang="de-DE" dirty="0"/>
              <a:t> sh")'`</a:t>
            </a:r>
          </a:p>
          <a:p>
            <a:r>
              <a:rPr lang="de-DE" dirty="0"/>
              <a:t>Damit setzt </a:t>
            </a:r>
            <a:r>
              <a:rPr lang="de-DE" dirty="0" err="1"/>
              <a:t>vim</a:t>
            </a:r>
            <a:r>
              <a:rPr lang="de-DE" dirty="0"/>
              <a:t> für sich selbst die </a:t>
            </a:r>
            <a:r>
              <a:rPr lang="de-DE" dirty="0" err="1"/>
              <a:t>uid</a:t>
            </a:r>
            <a:r>
              <a:rPr lang="de-DE" dirty="0"/>
              <a:t> auf 0 und startet mit diesen Rechten eine Shell.</a:t>
            </a:r>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17</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err="1"/>
              <a:t>Capabilities</a:t>
            </a:r>
            <a:r>
              <a:rPr lang="de-DE" dirty="0"/>
              <a:t> (Lösung)</a:t>
            </a:r>
          </a:p>
        </p:txBody>
      </p:sp>
      <p:sp>
        <p:nvSpPr>
          <p:cNvPr id="8" name="Textfeld 7">
            <a:extLst>
              <a:ext uri="{FF2B5EF4-FFF2-40B4-BE49-F238E27FC236}">
                <a16:creationId xmlns:a16="http://schemas.microsoft.com/office/drawing/2014/main" id="{A16AA867-A1B0-22EF-7A33-C2745778FD17}"/>
              </a:ext>
            </a:extLst>
          </p:cNvPr>
          <p:cNvSpPr txBox="1"/>
          <p:nvPr/>
        </p:nvSpPr>
        <p:spPr>
          <a:xfrm>
            <a:off x="611039" y="662834"/>
            <a:ext cx="2880320" cy="2513509"/>
          </a:xfrm>
          <a:prstGeom prst="rect">
            <a:avLst/>
          </a:prstGeom>
          <a:noFill/>
        </p:spPr>
        <p:txBody>
          <a:bodyPr wrap="square" lIns="0" tIns="0" rIns="0" bIns="0" rtlCol="0">
            <a:spAutoFit/>
          </a:bodyPr>
          <a:lstStyle/>
          <a:p>
            <a:pPr algn="l">
              <a:spcBef>
                <a:spcPts val="60"/>
              </a:spcBef>
              <a:buSzPct val="100000"/>
            </a:pPr>
            <a:r>
              <a:rPr lang="de-DE" sz="1600" dirty="0" err="1">
                <a:solidFill>
                  <a:srgbClr val="00B050"/>
                </a:solidFill>
                <a:latin typeface="Lucida Sans Typewriter" panose="020B0509030504030204" pitchFamily="49" charset="0"/>
              </a:rPr>
              <a:t>Capabilities</a:t>
            </a:r>
            <a:r>
              <a:rPr lang="de-DE" sz="1600" dirty="0">
                <a:solidFill>
                  <a:srgbClr val="00B050"/>
                </a:solidFill>
                <a:latin typeface="Lucida Sans Typewriter" panose="020B0509030504030204" pitchFamily="49" charset="0"/>
              </a:rPr>
              <a:t> sind eine Möglichkeit Rechte feingranularer zu vergeben.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r>
              <a:rPr lang="de-DE" sz="1600" dirty="0">
                <a:solidFill>
                  <a:srgbClr val="00B050"/>
                </a:solidFill>
                <a:latin typeface="Lucida Sans Typewriter" panose="020B0509030504030204" pitchFamily="49" charset="0"/>
              </a:rPr>
              <a:t>Damit können einem Tool einzelne Berechtigungen zugewiesen werden.</a:t>
            </a:r>
          </a:p>
          <a:p>
            <a:pPr algn="l">
              <a:spcBef>
                <a:spcPts val="60"/>
              </a:spcBef>
              <a:buSzPct val="100000"/>
            </a:pPr>
            <a:endParaRPr lang="de-DE" sz="1600" dirty="0">
              <a:solidFill>
                <a:srgbClr val="00B050"/>
              </a:solidFill>
              <a:latin typeface="Lucida Sans Typewriter" panose="020B0509030504030204" pitchFamily="49" charset="0"/>
            </a:endParaRPr>
          </a:p>
          <a:p>
            <a:pPr algn="l">
              <a:spcBef>
                <a:spcPts val="60"/>
              </a:spcBef>
              <a:buSzPct val="100000"/>
            </a:pPr>
            <a:endParaRPr lang="de-DE" sz="1600" dirty="0">
              <a:solidFill>
                <a:srgbClr val="00B050"/>
              </a:solidFill>
              <a:latin typeface="Lucida Sans Typewriter" panose="020B0509030504030204" pitchFamily="49" charset="0"/>
            </a:endParaRPr>
          </a:p>
        </p:txBody>
      </p:sp>
    </p:spTree>
    <p:extLst>
      <p:ext uri="{BB962C8B-B14F-4D97-AF65-F5344CB8AC3E}">
        <p14:creationId xmlns:p14="http://schemas.microsoft.com/office/powerpoint/2010/main" val="2858675908"/>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DE1EE909-DD3A-58D2-3F07-57F08C0C8F5A}"/>
              </a:ext>
            </a:extLst>
          </p:cNvPr>
          <p:cNvSpPr>
            <a:spLocks noGrp="1"/>
          </p:cNvSpPr>
          <p:nvPr>
            <p:ph sz="quarter" idx="17"/>
          </p:nvPr>
        </p:nvSpPr>
        <p:spPr/>
        <p:txBody>
          <a:bodyPr/>
          <a:lstStyle/>
          <a:p>
            <a:r>
              <a:rPr lang="de-DE" dirty="0"/>
              <a:t>Cron Jobs erlauben es, Programme oder Skripte zu bestimmten Zeiten automatisiert ausführen </a:t>
            </a:r>
            <a:r>
              <a:rPr lang="de-DE"/>
              <a:t>zu lassen</a:t>
            </a:r>
            <a:endParaRPr lang="de-DE" dirty="0"/>
          </a:p>
        </p:txBody>
      </p:sp>
      <p:sp>
        <p:nvSpPr>
          <p:cNvPr id="3" name="Datumsplatzhalter 2">
            <a:extLst>
              <a:ext uri="{FF2B5EF4-FFF2-40B4-BE49-F238E27FC236}">
                <a16:creationId xmlns:a16="http://schemas.microsoft.com/office/drawing/2014/main" id="{7CD361C0-F2D6-1522-E197-5519BB3FA076}"/>
              </a:ext>
            </a:extLst>
          </p:cNvPr>
          <p:cNvSpPr>
            <a:spLocks noGrp="1"/>
          </p:cNvSpPr>
          <p:nvPr>
            <p:ph type="dt" sz="half" idx="20"/>
          </p:nvPr>
        </p:nvSpPr>
        <p:spPr/>
        <p:txBody>
          <a:bodyPr/>
          <a:lstStyle/>
          <a:p>
            <a:fld id="{5DC9953B-096E-4D14-9CB5-13648C592BB5}" type="datetime1">
              <a:rPr lang="de-DE" smtClean="0"/>
              <a:t>21.11.2022</a:t>
            </a:fld>
            <a:endParaRPr lang="de-DE" dirty="0"/>
          </a:p>
        </p:txBody>
      </p:sp>
      <p:sp>
        <p:nvSpPr>
          <p:cNvPr id="4" name="Fußzeilenplatzhalter 3">
            <a:extLst>
              <a:ext uri="{FF2B5EF4-FFF2-40B4-BE49-F238E27FC236}">
                <a16:creationId xmlns:a16="http://schemas.microsoft.com/office/drawing/2014/main" id="{28E78925-D828-270B-0CBA-A8DB423B730F}"/>
              </a:ext>
            </a:extLst>
          </p:cNvPr>
          <p:cNvSpPr>
            <a:spLocks noGrp="1"/>
          </p:cNvSpPr>
          <p:nvPr>
            <p:ph type="ftr" sz="quarter" idx="21"/>
          </p:nvPr>
        </p:nvSpPr>
        <p:spPr/>
        <p:txBody>
          <a:bodyPr/>
          <a:lstStyle/>
          <a:p>
            <a:r>
              <a:rPr lang="de-DE" dirty="0"/>
              <a:t>Linux Privilege </a:t>
            </a:r>
            <a:r>
              <a:rPr lang="de-DE" dirty="0" err="1"/>
              <a:t>Escalation</a:t>
            </a:r>
            <a:r>
              <a:rPr lang="de-DE" dirty="0"/>
              <a:t> Workshop</a:t>
            </a:r>
          </a:p>
        </p:txBody>
      </p:sp>
      <p:sp>
        <p:nvSpPr>
          <p:cNvPr id="5" name="Foliennummernplatzhalter 4">
            <a:extLst>
              <a:ext uri="{FF2B5EF4-FFF2-40B4-BE49-F238E27FC236}">
                <a16:creationId xmlns:a16="http://schemas.microsoft.com/office/drawing/2014/main" id="{41BF4A9C-2BB7-1B41-117B-4B1659DA7925}"/>
              </a:ext>
            </a:extLst>
          </p:cNvPr>
          <p:cNvSpPr>
            <a:spLocks noGrp="1"/>
          </p:cNvSpPr>
          <p:nvPr>
            <p:ph type="sldNum" sz="quarter" idx="22"/>
          </p:nvPr>
        </p:nvSpPr>
        <p:spPr/>
        <p:txBody>
          <a:bodyPr/>
          <a:lstStyle/>
          <a:p>
            <a:fld id="{F86FCC4D-0438-154F-9910-1CF4711F776F}" type="slidenum">
              <a:rPr lang="de-DE" smtClean="0"/>
              <a:pPr/>
              <a:t>18</a:t>
            </a:fld>
            <a:endParaRPr lang="de-DE" dirty="0"/>
          </a:p>
        </p:txBody>
      </p:sp>
      <p:sp>
        <p:nvSpPr>
          <p:cNvPr id="6" name="Textplatzhalter 5">
            <a:extLst>
              <a:ext uri="{FF2B5EF4-FFF2-40B4-BE49-F238E27FC236}">
                <a16:creationId xmlns:a16="http://schemas.microsoft.com/office/drawing/2014/main" id="{465BDA60-3023-40C3-0DA1-0A8F397F8611}"/>
              </a:ext>
            </a:extLst>
          </p:cNvPr>
          <p:cNvSpPr>
            <a:spLocks noGrp="1"/>
          </p:cNvSpPr>
          <p:nvPr>
            <p:ph type="body" sz="quarter" idx="18"/>
          </p:nvPr>
        </p:nvSpPr>
        <p:spPr/>
        <p:txBody>
          <a:bodyPr/>
          <a:lstStyle/>
          <a:p>
            <a:endParaRPr lang="de-DE"/>
          </a:p>
        </p:txBody>
      </p:sp>
      <p:sp>
        <p:nvSpPr>
          <p:cNvPr id="7" name="Titel 6">
            <a:extLst>
              <a:ext uri="{FF2B5EF4-FFF2-40B4-BE49-F238E27FC236}">
                <a16:creationId xmlns:a16="http://schemas.microsoft.com/office/drawing/2014/main" id="{21BBA845-AAE3-35B0-CA00-77E888C12A98}"/>
              </a:ext>
            </a:extLst>
          </p:cNvPr>
          <p:cNvSpPr>
            <a:spLocks noGrp="1"/>
          </p:cNvSpPr>
          <p:nvPr>
            <p:ph type="title"/>
          </p:nvPr>
        </p:nvSpPr>
        <p:spPr/>
        <p:txBody>
          <a:bodyPr/>
          <a:lstStyle/>
          <a:p>
            <a:r>
              <a:rPr lang="de-DE" dirty="0" err="1"/>
              <a:t>Cronjobs</a:t>
            </a:r>
            <a:endParaRPr lang="de-DE" dirty="0"/>
          </a:p>
        </p:txBody>
      </p:sp>
    </p:spTree>
    <p:extLst>
      <p:ext uri="{BB962C8B-B14F-4D97-AF65-F5344CB8AC3E}">
        <p14:creationId xmlns:p14="http://schemas.microsoft.com/office/powerpoint/2010/main" val="31458846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42346E-449D-4E65-8BF3-3ABC73C268AA}"/>
              </a:ext>
            </a:extLst>
          </p:cNvPr>
          <p:cNvSpPr>
            <a:spLocks noGrp="1"/>
          </p:cNvSpPr>
          <p:nvPr>
            <p:ph type="title"/>
          </p:nvPr>
        </p:nvSpPr>
        <p:spPr/>
        <p:txBody>
          <a:bodyPr/>
          <a:lstStyle/>
          <a:p>
            <a:r>
              <a:rPr lang="de-DE" dirty="0"/>
              <a:t>Vielen Dank für Eure Aufmerksamkeit!</a:t>
            </a:r>
          </a:p>
        </p:txBody>
      </p:sp>
      <p:sp>
        <p:nvSpPr>
          <p:cNvPr id="3" name="Textplatzhalter 2">
            <a:extLst>
              <a:ext uri="{FF2B5EF4-FFF2-40B4-BE49-F238E27FC236}">
                <a16:creationId xmlns:a16="http://schemas.microsoft.com/office/drawing/2014/main" id="{A3DE50CF-E6AF-41A7-BD1D-960688CEB1BE}"/>
              </a:ext>
            </a:extLst>
          </p:cNvPr>
          <p:cNvSpPr>
            <a:spLocks noGrp="1"/>
          </p:cNvSpPr>
          <p:nvPr>
            <p:ph type="body" sz="quarter" idx="13"/>
          </p:nvPr>
        </p:nvSpPr>
        <p:spPr>
          <a:xfrm>
            <a:off x="3959411" y="3059788"/>
            <a:ext cx="6876764" cy="1440000"/>
          </a:xfrm>
        </p:spPr>
        <p:txBody>
          <a:bodyPr/>
          <a:lstStyle/>
          <a:p>
            <a:endParaRPr lang="de-DE" dirty="0">
              <a:hlinkClick r:id="rId2">
                <a:extLst>
                  <a:ext uri="{A12FA001-AC4F-418D-AE19-62706E023703}">
                    <ahyp:hlinkClr xmlns:ahyp="http://schemas.microsoft.com/office/drawing/2018/hyperlinkcolor" val="tx"/>
                  </a:ext>
                </a:extLst>
              </a:hlinkClick>
            </a:endParaRPr>
          </a:p>
          <a:p>
            <a:r>
              <a:rPr lang="de-DE" dirty="0">
                <a:hlinkClick r:id="rId2">
                  <a:extLst>
                    <a:ext uri="{A12FA001-AC4F-418D-AE19-62706E023703}">
                      <ahyp:hlinkClr xmlns:ahyp="http://schemas.microsoft.com/office/drawing/2018/hyperlinkcolor" val="tx"/>
                    </a:ext>
                  </a:extLst>
                </a:hlinkClick>
              </a:rPr>
              <a:t>https://wiki.iteratec.io/x/iQUVDw</a:t>
            </a:r>
            <a:endParaRPr lang="de-DE" dirty="0"/>
          </a:p>
          <a:p>
            <a:r>
              <a:rPr lang="de-DE" dirty="0"/>
              <a:t>https://iteragit.iteratec.de/jme/linux-privilege-escalation-workshop</a:t>
            </a:r>
          </a:p>
        </p:txBody>
      </p:sp>
    </p:spTree>
    <p:extLst>
      <p:ext uri="{BB962C8B-B14F-4D97-AF65-F5344CB8AC3E}">
        <p14:creationId xmlns:p14="http://schemas.microsoft.com/office/powerpoint/2010/main" val="27451085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UNDO_REDO_REVISION" val="0"/>
</p:tagLst>
</file>

<file path=ppt/tags/tag2.xml><?xml version="1.0" encoding="utf-8"?>
<p:tagLst xmlns:a="http://schemas.openxmlformats.org/drawingml/2006/main" xmlns:r="http://schemas.openxmlformats.org/officeDocument/2006/relationships" xmlns:p="http://schemas.openxmlformats.org/presentationml/2006/main">
  <p:tag name="VCTCREATESHAPEHANDLED" val="0"/>
</p:tagLst>
</file>

<file path=ppt/tags/tag3.xml><?xml version="1.0" encoding="utf-8"?>
<p:tagLst xmlns:a="http://schemas.openxmlformats.org/drawingml/2006/main" xmlns:r="http://schemas.openxmlformats.org/officeDocument/2006/relationships" xmlns:p="http://schemas.openxmlformats.org/presentationml/2006/main">
  <p:tag name="VCTCREATESHAPEHANDLED" val="0"/>
</p:tagLst>
</file>

<file path=ppt/tags/tag4.xml><?xml version="1.0" encoding="utf-8"?>
<p:tagLst xmlns:a="http://schemas.openxmlformats.org/drawingml/2006/main" xmlns:r="http://schemas.openxmlformats.org/officeDocument/2006/relationships" xmlns:p="http://schemas.openxmlformats.org/presentationml/2006/main">
  <p:tag name="VCTCREATESHAPEHANDLED" val="0"/>
</p:tagLst>
</file>

<file path=ppt/theme/theme1.xml><?xml version="1.0" encoding="utf-8"?>
<a:theme xmlns:a="http://schemas.openxmlformats.org/drawingml/2006/main" name="iteratec">
  <a:themeElements>
    <a:clrScheme name="iteratec">
      <a:dk1>
        <a:srgbClr val="000000"/>
      </a:dk1>
      <a:lt1>
        <a:srgbClr val="FFFFFF"/>
      </a:lt1>
      <a:dk2>
        <a:srgbClr val="9D1681"/>
      </a:dk2>
      <a:lt2>
        <a:srgbClr val="FFFFFF"/>
      </a:lt2>
      <a:accent1>
        <a:srgbClr val="9D1681"/>
      </a:accent1>
      <a:accent2>
        <a:srgbClr val="FFE500"/>
      </a:accent2>
      <a:accent3>
        <a:srgbClr val="00B2BB"/>
      </a:accent3>
      <a:accent4>
        <a:srgbClr val="D886C2"/>
      </a:accent4>
      <a:accent5>
        <a:srgbClr val="7FD8DC"/>
      </a:accent5>
      <a:accent6>
        <a:srgbClr val="FFF17F"/>
      </a:accent6>
      <a:hlink>
        <a:srgbClr val="00B2BB"/>
      </a:hlink>
      <a:folHlink>
        <a:srgbClr val="00B2BB"/>
      </a:folHlink>
    </a:clrScheme>
    <a:fontScheme name="iterate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600"/>
          </a:spcBef>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44000" indent="-144000" algn="l">
          <a:spcBef>
            <a:spcPts val="60"/>
          </a:spcBef>
          <a:buSzPct val="100000"/>
          <a:buFont typeface="Wingdings" panose="05000000000000000000" pitchFamily="2" charset="2"/>
          <a:buChar char="§"/>
          <a:defRPr sz="1600" dirty="0" err="1" smtClean="0"/>
        </a:defPPr>
      </a:lstStyle>
    </a:txDef>
  </a:objectDefaults>
  <a:extraClrSchemeLst/>
  <a:extLst>
    <a:ext uri="{05A4C25C-085E-4340-85A3-A5531E510DB2}">
      <thm15:themeFamily xmlns:thm15="http://schemas.microsoft.com/office/thememl/2012/main" name="PowerPoint-Master.potx" id="{32E713A1-E2F7-474F-A78B-E38992D56615}" vid="{9DB92D7A-F428-4344-A231-6ED0ADCE76C7}"/>
    </a:ext>
  </a:extLst>
</a:theme>
</file>

<file path=ppt/theme/theme2.xml><?xml version="1.0" encoding="utf-8"?>
<a:theme xmlns:a="http://schemas.openxmlformats.org/drawingml/2006/main" name="Office">
  <a:themeElements>
    <a:clrScheme name="iteratec">
      <a:dk1>
        <a:srgbClr val="000000"/>
      </a:dk1>
      <a:lt1>
        <a:srgbClr val="FFFFFF"/>
      </a:lt1>
      <a:dk2>
        <a:srgbClr val="9D1681"/>
      </a:dk2>
      <a:lt2>
        <a:srgbClr val="FFFFFF"/>
      </a:lt2>
      <a:accent1>
        <a:srgbClr val="9D1681"/>
      </a:accent1>
      <a:accent2>
        <a:srgbClr val="FFE500"/>
      </a:accent2>
      <a:accent3>
        <a:srgbClr val="00B2BB"/>
      </a:accent3>
      <a:accent4>
        <a:srgbClr val="D886C2"/>
      </a:accent4>
      <a:accent5>
        <a:srgbClr val="7FD8DC"/>
      </a:accent5>
      <a:accent6>
        <a:srgbClr val="FFF17F"/>
      </a:accent6>
      <a:hlink>
        <a:srgbClr val="000000"/>
      </a:hlink>
      <a:folHlink>
        <a:srgbClr val="000000"/>
      </a:folHlink>
    </a:clrScheme>
    <a:fontScheme name="iterate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iteratec">
      <a:dk1>
        <a:srgbClr val="000000"/>
      </a:dk1>
      <a:lt1>
        <a:srgbClr val="FFFFFF"/>
      </a:lt1>
      <a:dk2>
        <a:srgbClr val="9D1681"/>
      </a:dk2>
      <a:lt2>
        <a:srgbClr val="FFFFFF"/>
      </a:lt2>
      <a:accent1>
        <a:srgbClr val="9D1681"/>
      </a:accent1>
      <a:accent2>
        <a:srgbClr val="FFE500"/>
      </a:accent2>
      <a:accent3>
        <a:srgbClr val="00B2BB"/>
      </a:accent3>
      <a:accent4>
        <a:srgbClr val="D886C2"/>
      </a:accent4>
      <a:accent5>
        <a:srgbClr val="7FD8DC"/>
      </a:accent5>
      <a:accent6>
        <a:srgbClr val="FFF17F"/>
      </a:accent6>
      <a:hlink>
        <a:srgbClr val="000000"/>
      </a:hlink>
      <a:folHlink>
        <a:srgbClr val="000000"/>
      </a:folHlink>
    </a:clrScheme>
    <a:fontScheme name="iterate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84720F72846DC14788103D9800CA5632" ma:contentTypeVersion="5" ma:contentTypeDescription="Ein neues Dokument erstellen." ma:contentTypeScope="" ma:versionID="e4c3b777011aa1f420e943642ed86295">
  <xsd:schema xmlns:xsd="http://www.w3.org/2001/XMLSchema" xmlns:xs="http://www.w3.org/2001/XMLSchema" xmlns:p="http://schemas.microsoft.com/office/2006/metadata/properties" xmlns:ns2="d148daf0-ee5c-47d6-9481-8c15ce1c989e" xmlns:ns3="72b4b0d6-01dc-4b6d-af3a-4bfa39839b5f" targetNamespace="http://schemas.microsoft.com/office/2006/metadata/properties" ma:root="true" ma:fieldsID="11872dca7b7de2113cea18ab46e7d6a6" ns2:_="" ns3:_="">
    <xsd:import namespace="d148daf0-ee5c-47d6-9481-8c15ce1c989e"/>
    <xsd:import namespace="72b4b0d6-01dc-4b6d-af3a-4bfa39839b5f"/>
    <xsd:element name="properties">
      <xsd:complexType>
        <xsd:sequence>
          <xsd:element name="documentManagement">
            <xsd:complexType>
              <xsd:all>
                <xsd:element ref="ns2:MediaServiceMetadata" minOccurs="0"/>
                <xsd:element ref="ns2:MediaServiceFastMetadata" minOccurs="0"/>
                <xsd:element ref="ns2:Format"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48daf0-ee5c-47d6-9481-8c15ce1c989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Format" ma:index="10" nillable="true" ma:displayName="Format" ma:description="Format (word, excel, powerpoint" ma:internalName="Format">
      <xsd:simpleType>
        <xsd:restriction base="dms:Text">
          <xsd:maxLength value="20"/>
        </xsd:restriction>
      </xsd:simpleType>
    </xsd:element>
  </xsd:schema>
  <xsd:schema xmlns:xsd="http://www.w3.org/2001/XMLSchema" xmlns:xs="http://www.w3.org/2001/XMLSchema" xmlns:dms="http://schemas.microsoft.com/office/2006/documentManagement/types" xmlns:pc="http://schemas.microsoft.com/office/infopath/2007/PartnerControls" targetNamespace="72b4b0d6-01dc-4b6d-af3a-4bfa39839b5f" elementFormDefault="qualified">
    <xsd:import namespace="http://schemas.microsoft.com/office/2006/documentManagement/types"/>
    <xsd:import namespace="http://schemas.microsoft.com/office/infopath/2007/PartnerControls"/>
    <xsd:element name="SharedWithUsers" ma:index="1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Format xmlns="d148daf0-ee5c-47d6-9481-8c15ce1c989e">powerpoint</Format>
  </documentManagement>
</p:properties>
</file>

<file path=customXml/itemProps1.xml><?xml version="1.0" encoding="utf-8"?>
<ds:datastoreItem xmlns:ds="http://schemas.openxmlformats.org/officeDocument/2006/customXml" ds:itemID="{BC80EBF0-749E-4228-8968-8A7B7E1BCE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48daf0-ee5c-47d6-9481-8c15ce1c989e"/>
    <ds:schemaRef ds:uri="72b4b0d6-01dc-4b6d-af3a-4bfa39839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7BC3940-3EE7-47AF-9BE0-C2B78D8BCB9A}">
  <ds:schemaRefs>
    <ds:schemaRef ds:uri="http://schemas.microsoft.com/sharepoint/v3/contenttype/forms"/>
  </ds:schemaRefs>
</ds:datastoreItem>
</file>

<file path=customXml/itemProps3.xml><?xml version="1.0" encoding="utf-8"?>
<ds:datastoreItem xmlns:ds="http://schemas.openxmlformats.org/officeDocument/2006/customXml" ds:itemID="{4C2620C2-F233-4B80-A86B-296123E423E3}">
  <ds:schemaRefs>
    <ds:schemaRef ds:uri="d148daf0-ee5c-47d6-9481-8c15ce1c989e"/>
    <ds:schemaRef ds:uri="http://schemas.microsoft.com/office/2006/documentManagement/types"/>
    <ds:schemaRef ds:uri="http://purl.org/dc/elements/1.1/"/>
    <ds:schemaRef ds:uri="http://purl.org/dc/terms/"/>
    <ds:schemaRef ds:uri="http://www.w3.org/XML/1998/namespace"/>
    <ds:schemaRef ds:uri="http://schemas.microsoft.com/office/infopath/2007/PartnerControls"/>
    <ds:schemaRef ds:uri="http://purl.org/dc/dcmitype/"/>
    <ds:schemaRef ds:uri="http://schemas.openxmlformats.org/package/2006/metadata/core-properties"/>
    <ds:schemaRef ds:uri="72b4b0d6-01dc-4b6d-af3a-4bfa39839b5f"/>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PowerPoint-Master</Template>
  <TotalTime>0</TotalTime>
  <Words>1745</Words>
  <Application>Microsoft Office PowerPoint</Application>
  <PresentationFormat>Benutzerdefiniert</PresentationFormat>
  <Paragraphs>240</Paragraphs>
  <Slides>19</Slides>
  <Notes>11</Notes>
  <HiddenSlides>2</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19</vt:i4>
      </vt:variant>
    </vt:vector>
  </HeadingPairs>
  <TitlesOfParts>
    <vt:vector size="26" baseType="lpstr">
      <vt:lpstr>Arial</vt:lpstr>
      <vt:lpstr>Calibri</vt:lpstr>
      <vt:lpstr>Consolas</vt:lpstr>
      <vt:lpstr>Lucida Sans Typewriter</vt:lpstr>
      <vt:lpstr>Menlo</vt:lpstr>
      <vt:lpstr>Wingdings</vt:lpstr>
      <vt:lpstr>iteratec</vt:lpstr>
      <vt:lpstr>Linux Privilege Escalation Workshop</vt:lpstr>
      <vt:lpstr>PowerPoint-Präsentation</vt:lpstr>
      <vt:lpstr>Einleitung</vt:lpstr>
      <vt:lpstr>Setup</vt:lpstr>
      <vt:lpstr>Enumeration</vt:lpstr>
      <vt:lpstr>Enumeration (2)</vt:lpstr>
      <vt:lpstr>Enumeration (automatisiert)</vt:lpstr>
      <vt:lpstr> Ich will jetzt endlich selber cybern !einself!!</vt:lpstr>
      <vt:lpstr>History</vt:lpstr>
      <vt:lpstr>Schwache Passwörter</vt:lpstr>
      <vt:lpstr>Schwache Passwörter</vt:lpstr>
      <vt:lpstr>Sudo</vt:lpstr>
      <vt:lpstr>Sudo (Lösung)</vt:lpstr>
      <vt:lpstr>LD_PRELOAD</vt:lpstr>
      <vt:lpstr>SUID/SGID</vt:lpstr>
      <vt:lpstr>Capabilities</vt:lpstr>
      <vt:lpstr>Capabilities (Lösung)</vt:lpstr>
      <vt:lpstr>Cronjobs</vt:lpstr>
      <vt:lpstr>Vielen Dank für Eure Aufmerksamkeit!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Philipp Osswald</dc:creator>
  <dc:description>Optimiert für Office 365</dc:description>
  <cp:lastModifiedBy>Philipp Osswald</cp:lastModifiedBy>
  <cp:revision>31</cp:revision>
  <cp:lastPrinted>2020-11-04T18:37:42Z</cp:lastPrinted>
  <dcterms:created xsi:type="dcterms:W3CDTF">2022-10-04T16:03:34Z</dcterms:created>
  <dcterms:modified xsi:type="dcterms:W3CDTF">2022-11-21T10:03:12Z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0x01010084720F72846DC14788103D9800CA5632</vt:lpwstr>
  </property>
  <property fmtid="{D5CDD505-2E9C-101B-9397-08002B2CF9AE}" pid="3" name="_dlc_DocIdItemGuid">
    <vt:lpwstr>c6df17bc-4c5b-4fa7-94f5-ec0b78e02524</vt:lpwstr>
  </property>
</Properties>
</file>