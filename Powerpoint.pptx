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3"/>
  </p:notesMasterIdLst>
  <p:handoutMasterIdLst>
    <p:handoutMasterId r:id="rId24"/>
  </p:handoutMasterIdLst>
  <p:sldIdLst>
    <p:sldId id="417" r:id="rId5"/>
    <p:sldId id="468" r:id="rId6"/>
    <p:sldId id="410" r:id="rId7"/>
    <p:sldId id="471" r:id="rId8"/>
    <p:sldId id="473" r:id="rId9"/>
    <p:sldId id="475" r:id="rId10"/>
    <p:sldId id="482" r:id="rId11"/>
    <p:sldId id="484" r:id="rId12"/>
    <p:sldId id="476" r:id="rId13"/>
    <p:sldId id="489" r:id="rId14"/>
    <p:sldId id="488" r:id="rId15"/>
    <p:sldId id="487" r:id="rId16"/>
    <p:sldId id="477" r:id="rId17"/>
    <p:sldId id="478" r:id="rId18"/>
    <p:sldId id="479" r:id="rId19"/>
    <p:sldId id="480" r:id="rId20"/>
    <p:sldId id="490" r:id="rId21"/>
    <p:sldId id="470" r:id="rId22"/>
  </p:sldIdLst>
  <p:sldSz cx="11879263" cy="6335713"/>
  <p:notesSz cx="6858000" cy="9144000"/>
  <p:custDataLst>
    <p:tags r:id="rId25"/>
  </p:custDataLst>
  <p:defaultTextStyle>
    <a:defPPr>
      <a:defRPr lang="de-DE"/>
    </a:defPPr>
    <a:lvl1pPr marL="0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1pPr>
    <a:lvl2pPr marL="437129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2pPr>
    <a:lvl3pPr marL="874258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3pPr>
    <a:lvl4pPr marL="1311387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4pPr>
    <a:lvl5pPr marL="1748516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5pPr>
    <a:lvl6pPr marL="2185645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6pPr>
    <a:lvl7pPr marL="2622774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7pPr>
    <a:lvl8pPr marL="3059902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8pPr>
    <a:lvl9pPr marL="3497031" algn="l" defTabSz="874258" rtl="0" eaLnBrk="1" latinLnBrk="0" hangingPunct="1">
      <a:defRPr sz="172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lien" id="{1323D904-C592-48DA-8733-ECC0B0D52506}">
          <p14:sldIdLst>
            <p14:sldId id="417"/>
            <p14:sldId id="468"/>
            <p14:sldId id="410"/>
            <p14:sldId id="471"/>
            <p14:sldId id="473"/>
            <p14:sldId id="475"/>
            <p14:sldId id="482"/>
            <p14:sldId id="484"/>
            <p14:sldId id="476"/>
            <p14:sldId id="489"/>
            <p14:sldId id="488"/>
            <p14:sldId id="487"/>
            <p14:sldId id="477"/>
            <p14:sldId id="478"/>
            <p14:sldId id="479"/>
            <p14:sldId id="480"/>
            <p14:sldId id="490"/>
            <p14:sldId id="4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4" autoAdjust="0"/>
    <p:restoredTop sz="78776" autoAdjust="0"/>
  </p:normalViewPr>
  <p:slideViewPr>
    <p:cSldViewPr snapToObjects="1">
      <p:cViewPr varScale="1">
        <p:scale>
          <a:sx n="108" d="100"/>
          <a:sy n="108" d="100"/>
        </p:scale>
        <p:origin x="1424" y="176"/>
      </p:cViewPr>
      <p:guideLst/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" d="1"/>
        <a:sy n="1" d="1"/>
      </p:scale>
      <p:origin x="0" y="-1588"/>
    </p:cViewPr>
  </p:sorterViewPr>
  <p:notesViewPr>
    <p:cSldViewPr snapToObjects="1">
      <p:cViewPr varScale="1">
        <p:scale>
          <a:sx n="97" d="100"/>
          <a:sy n="97" d="100"/>
        </p:scale>
        <p:origin x="2480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8558D30-730E-4A53-BB1D-9C4ED56C59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5204" y="469066"/>
            <a:ext cx="1152128" cy="214482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8393822-FD11-4B6A-99C1-B7FAFBDF6B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 rot="16200000">
            <a:off x="6417607" y="7739907"/>
            <a:ext cx="360040" cy="14430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 b="1">
                <a:solidFill>
                  <a:schemeClr val="tx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Fußzeilenplatzhalter 166">
            <a:extLst>
              <a:ext uri="{FF2B5EF4-FFF2-40B4-BE49-F238E27FC236}">
                <a16:creationId xmlns:a16="http://schemas.microsoft.com/office/drawing/2014/main" id="{84CEAC3E-D082-4EFA-AA59-F7885B226B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 rot="16200000">
            <a:off x="4617344" y="4643936"/>
            <a:ext cx="3960000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r>
              <a:rPr lang="de-DE" cap="none" dirty="0"/>
              <a:t>Fusszeile</a:t>
            </a:r>
          </a:p>
        </p:txBody>
      </p:sp>
      <p:sp>
        <p:nvSpPr>
          <p:cNvPr id="10" name="Datumsplatzhalter 167">
            <a:extLst>
              <a:ext uri="{FF2B5EF4-FFF2-40B4-BE49-F238E27FC236}">
                <a16:creationId xmlns:a16="http://schemas.microsoft.com/office/drawing/2014/main" id="{9EBB7629-7223-4B31-9381-382978C8129A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 rot="16200000">
            <a:off x="6237587" y="7163996"/>
            <a:ext cx="720080" cy="144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608700A-2A06-4DE6-993D-330A4DDF3764}" type="datetime1">
              <a:rPr lang="de-DE" smtClean="0"/>
              <a:t>24.11.22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01218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458395" y="1143000"/>
            <a:ext cx="3863030" cy="20608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40668" y="3419872"/>
            <a:ext cx="5880757" cy="457220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44F94F6-890F-46F1-AAFE-2842A5D8F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5204" y="469066"/>
            <a:ext cx="1152128" cy="214482"/>
          </a:xfrm>
          <a:prstGeom prst="rect">
            <a:avLst/>
          </a:prstGeom>
        </p:spPr>
      </p:pic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5846C62A-E420-441D-8C01-5891ACE86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 rot="16200000">
            <a:off x="6417607" y="7739907"/>
            <a:ext cx="360040" cy="14430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 b="1">
                <a:solidFill>
                  <a:schemeClr val="tx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166">
            <a:extLst>
              <a:ext uri="{FF2B5EF4-FFF2-40B4-BE49-F238E27FC236}">
                <a16:creationId xmlns:a16="http://schemas.microsoft.com/office/drawing/2014/main" id="{7158C242-EB94-4C8A-91A1-080F2C9ABF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 rot="16200000">
            <a:off x="4617344" y="4643936"/>
            <a:ext cx="3960000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Fusszeile</a:t>
            </a:r>
          </a:p>
        </p:txBody>
      </p:sp>
      <p:sp>
        <p:nvSpPr>
          <p:cNvPr id="11" name="Datumsplatzhalter 167">
            <a:extLst>
              <a:ext uri="{FF2B5EF4-FFF2-40B4-BE49-F238E27FC236}">
                <a16:creationId xmlns:a16="http://schemas.microsoft.com/office/drawing/2014/main" id="{6655FDDE-38D1-4F2D-AB6A-785FDA57241E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 rot="16200000">
            <a:off x="6237587" y="7163996"/>
            <a:ext cx="720080" cy="144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608700A-2A06-4DE6-993D-330A4DDF3764}" type="datetime1">
              <a:rPr lang="de-DE" smtClean="0"/>
              <a:t>24.11.22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1754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874258" rtl="0" eaLnBrk="1" latinLnBrk="0" hangingPunct="1">
      <a:lnSpc>
        <a:spcPct val="100000"/>
      </a:lnSpc>
      <a:spcBef>
        <a:spcPts val="600"/>
      </a:spcBef>
      <a:defRPr sz="1600" b="0" kern="1200">
        <a:solidFill>
          <a:schemeClr val="tx1"/>
        </a:solidFill>
        <a:latin typeface="+mn-lt"/>
        <a:ea typeface="+mn-ea"/>
        <a:cs typeface="+mn-cs"/>
      </a:defRPr>
    </a:lvl1pPr>
    <a:lvl2pPr marL="0" algn="l" defTabSz="874258" rtl="0" eaLnBrk="1" latinLnBrk="0" hangingPunct="1">
      <a:lnSpc>
        <a:spcPct val="100000"/>
      </a:lnSpc>
      <a:spcBef>
        <a:spcPts val="600"/>
      </a:spcBef>
      <a:defRPr sz="1600" b="1" kern="1200">
        <a:solidFill>
          <a:schemeClr val="tx1"/>
        </a:solidFill>
        <a:latin typeface="+mn-lt"/>
        <a:ea typeface="+mn-ea"/>
        <a:cs typeface="+mn-cs"/>
      </a:defRPr>
    </a:lvl2pPr>
    <a:lvl3pPr marL="216000" indent="-216000" algn="l" defTabSz="874258" rtl="0" eaLnBrk="1" latinLnBrk="0" hangingPunct="1">
      <a:lnSpc>
        <a:spcPct val="100000"/>
      </a:lnSpc>
      <a:spcBef>
        <a:spcPts val="600"/>
      </a:spcBef>
      <a:buFont typeface="Wingdings" panose="05000000000000000000" pitchFamily="2" charset="2"/>
      <a:buChar char="§"/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432000" indent="-216000" algn="l" defTabSz="874258" rtl="0" eaLnBrk="1" latinLnBrk="0" hangingPunct="1">
      <a:lnSpc>
        <a:spcPct val="100000"/>
      </a:lnSpc>
      <a:spcBef>
        <a:spcPts val="600"/>
      </a:spcBef>
      <a:buClrTx/>
      <a:buFont typeface="Arial" panose="020B0604020202020204" pitchFamily="34" charset="0"/>
      <a:buChar char="–"/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648000" indent="-216000" algn="l" defTabSz="874258" rtl="0" eaLnBrk="1" latinLnBrk="0" hangingPunct="1">
      <a:lnSpc>
        <a:spcPct val="100000"/>
      </a:lnSpc>
      <a:spcBef>
        <a:spcPts val="600"/>
      </a:spcBef>
      <a:buClrTx/>
      <a:buFont typeface="Arial" panose="020B0604020202020204" pitchFamily="34" charset="0"/>
      <a:buChar char="–"/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648000" indent="-216000" algn="l" defTabSz="874258" rtl="0" eaLnBrk="1" latinLnBrk="0" hangingPunct="1">
      <a:lnSpc>
        <a:spcPct val="100000"/>
      </a:lnSpc>
      <a:spcBef>
        <a:spcPts val="600"/>
      </a:spcBef>
      <a:buClrTx/>
      <a:buFont typeface="Arial" panose="020B0604020202020204" pitchFamily="34" charset="0"/>
      <a:buChar char="–"/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648000" indent="-216000" algn="l" defTabSz="874258" rtl="0" eaLnBrk="1" latinLnBrk="0" hangingPunct="1">
      <a:lnSpc>
        <a:spcPct val="100000"/>
      </a:lnSpc>
      <a:spcBef>
        <a:spcPts val="600"/>
      </a:spcBef>
      <a:buClrTx/>
      <a:buFont typeface="Arial" panose="020B0604020202020204" pitchFamily="34" charset="0"/>
      <a:buChar char="–"/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648000" indent="-216000" algn="l" defTabSz="874258" rtl="0" eaLnBrk="1" latinLnBrk="0" hangingPunct="1">
      <a:lnSpc>
        <a:spcPct val="100000"/>
      </a:lnSpc>
      <a:spcBef>
        <a:spcPts val="600"/>
      </a:spcBef>
      <a:buClrTx/>
      <a:buFont typeface="Arial" panose="020B0604020202020204" pitchFamily="34" charset="0"/>
      <a:buChar char="–"/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648000" indent="-216000" algn="l" defTabSz="874258" rtl="0" eaLnBrk="1" latinLnBrk="0" hangingPunct="1">
      <a:lnSpc>
        <a:spcPct val="100000"/>
      </a:lnSpc>
      <a:spcBef>
        <a:spcPts val="600"/>
      </a:spcBef>
      <a:buClrTx/>
      <a:buFont typeface="Arial" panose="020B0604020202020204" pitchFamily="34" charset="0"/>
      <a:buChar char="–"/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319DA43-7D84-FC4B-A10B-2DC5B963A8E3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7759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4326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6412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319DA43-7D84-FC4B-A10B-2DC5B963A8E3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9530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319DA43-7D84-FC4B-A10B-2DC5B963A8E3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3383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8959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6709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1412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6509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5480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081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4094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59038" y="1143000"/>
            <a:ext cx="3862387" cy="2060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1653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702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microsoft.com/office/2007/relationships/hdphoto" Target="../media/hdphoto2.wdp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5AEB332C-1874-4881-8014-90EEA16AFCF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879263" cy="6335713"/>
          </a:xfrm>
          <a:custGeom>
            <a:avLst/>
            <a:gdLst>
              <a:gd name="connsiteX0" fmla="*/ 564555 w 11879263"/>
              <a:gd name="connsiteY0" fmla="*/ 5896873 h 6335713"/>
              <a:gd name="connsiteX1" fmla="*/ 560130 w 11879263"/>
              <a:gd name="connsiteY1" fmla="*/ 5901274 h 6335713"/>
              <a:gd name="connsiteX2" fmla="*/ 560002 w 11879263"/>
              <a:gd name="connsiteY2" fmla="*/ 5933676 h 6335713"/>
              <a:gd name="connsiteX3" fmla="*/ 564631 w 11879263"/>
              <a:gd name="connsiteY3" fmla="*/ 5938281 h 6335713"/>
              <a:gd name="connsiteX4" fmla="*/ 610793 w 11879263"/>
              <a:gd name="connsiteY4" fmla="*/ 5938281 h 6335713"/>
              <a:gd name="connsiteX5" fmla="*/ 615397 w 11879263"/>
              <a:gd name="connsiteY5" fmla="*/ 5933676 h 6335713"/>
              <a:gd name="connsiteX6" fmla="*/ 615524 w 11879263"/>
              <a:gd name="connsiteY6" fmla="*/ 5901477 h 6335713"/>
              <a:gd name="connsiteX7" fmla="*/ 610920 w 11879263"/>
              <a:gd name="connsiteY7" fmla="*/ 5896873 h 6335713"/>
              <a:gd name="connsiteX8" fmla="*/ 1388971 w 11879263"/>
              <a:gd name="connsiteY8" fmla="*/ 5896720 h 6335713"/>
              <a:gd name="connsiteX9" fmla="*/ 1384545 w 11879263"/>
              <a:gd name="connsiteY9" fmla="*/ 5901146 h 6335713"/>
              <a:gd name="connsiteX10" fmla="*/ 1384545 w 11879263"/>
              <a:gd name="connsiteY10" fmla="*/ 5933650 h 6335713"/>
              <a:gd name="connsiteX11" fmla="*/ 1389149 w 11879263"/>
              <a:gd name="connsiteY11" fmla="*/ 5938255 h 6335713"/>
              <a:gd name="connsiteX12" fmla="*/ 1435336 w 11879263"/>
              <a:gd name="connsiteY12" fmla="*/ 5938255 h 6335713"/>
              <a:gd name="connsiteX13" fmla="*/ 1439941 w 11879263"/>
              <a:gd name="connsiteY13" fmla="*/ 5933650 h 6335713"/>
              <a:gd name="connsiteX14" fmla="*/ 1439941 w 11879263"/>
              <a:gd name="connsiteY14" fmla="*/ 5901324 h 6335713"/>
              <a:gd name="connsiteX15" fmla="*/ 1435336 w 11879263"/>
              <a:gd name="connsiteY15" fmla="*/ 5896720 h 6335713"/>
              <a:gd name="connsiteX16" fmla="*/ 1180846 w 11879263"/>
              <a:gd name="connsiteY16" fmla="*/ 5830923 h 6335713"/>
              <a:gd name="connsiteX17" fmla="*/ 1218260 w 11879263"/>
              <a:gd name="connsiteY17" fmla="*/ 5835577 h 6335713"/>
              <a:gd name="connsiteX18" fmla="*/ 1222939 w 11879263"/>
              <a:gd name="connsiteY18" fmla="*/ 5840257 h 6335713"/>
              <a:gd name="connsiteX19" fmla="*/ 1222939 w 11879263"/>
              <a:gd name="connsiteY19" fmla="*/ 5854271 h 6335713"/>
              <a:gd name="connsiteX20" fmla="*/ 1162127 w 11879263"/>
              <a:gd name="connsiteY20" fmla="*/ 5900917 h 6335713"/>
              <a:gd name="connsiteX21" fmla="*/ 1120034 w 11879263"/>
              <a:gd name="connsiteY21" fmla="*/ 5868260 h 6335713"/>
              <a:gd name="connsiteX22" fmla="*/ 1180846 w 11879263"/>
              <a:gd name="connsiteY22" fmla="*/ 5830923 h 6335713"/>
              <a:gd name="connsiteX23" fmla="*/ 1583948 w 11879263"/>
              <a:gd name="connsiteY23" fmla="*/ 5744702 h 6335713"/>
              <a:gd name="connsiteX24" fmla="*/ 1639267 w 11879263"/>
              <a:gd name="connsiteY24" fmla="*/ 5800072 h 6335713"/>
              <a:gd name="connsiteX25" fmla="*/ 1634662 w 11879263"/>
              <a:gd name="connsiteY25" fmla="*/ 5804675 h 6335713"/>
              <a:gd name="connsiteX26" fmla="*/ 1533232 w 11879263"/>
              <a:gd name="connsiteY26" fmla="*/ 5804675 h 6335713"/>
              <a:gd name="connsiteX27" fmla="*/ 1528629 w 11879263"/>
              <a:gd name="connsiteY27" fmla="*/ 5800072 h 6335713"/>
              <a:gd name="connsiteX28" fmla="*/ 1583948 w 11879263"/>
              <a:gd name="connsiteY28" fmla="*/ 5744702 h 6335713"/>
              <a:gd name="connsiteX29" fmla="*/ 757294 w 11879263"/>
              <a:gd name="connsiteY29" fmla="*/ 5744702 h 6335713"/>
              <a:gd name="connsiteX30" fmla="*/ 812613 w 11879263"/>
              <a:gd name="connsiteY30" fmla="*/ 5800072 h 6335713"/>
              <a:gd name="connsiteX31" fmla="*/ 808008 w 11879263"/>
              <a:gd name="connsiteY31" fmla="*/ 5804675 h 6335713"/>
              <a:gd name="connsiteX32" fmla="*/ 706578 w 11879263"/>
              <a:gd name="connsiteY32" fmla="*/ 5804675 h 6335713"/>
              <a:gd name="connsiteX33" fmla="*/ 701975 w 11879263"/>
              <a:gd name="connsiteY33" fmla="*/ 5800072 h 6335713"/>
              <a:gd name="connsiteX34" fmla="*/ 757294 w 11879263"/>
              <a:gd name="connsiteY34" fmla="*/ 5744702 h 6335713"/>
              <a:gd name="connsiteX35" fmla="*/ 403712 w 11879263"/>
              <a:gd name="connsiteY35" fmla="*/ 5742718 h 6335713"/>
              <a:gd name="connsiteX36" fmla="*/ 399108 w 11879263"/>
              <a:gd name="connsiteY36" fmla="*/ 5747347 h 6335713"/>
              <a:gd name="connsiteX37" fmla="*/ 399108 w 11879263"/>
              <a:gd name="connsiteY37" fmla="*/ 5933651 h 6335713"/>
              <a:gd name="connsiteX38" fmla="*/ 403712 w 11879263"/>
              <a:gd name="connsiteY38" fmla="*/ 5938256 h 6335713"/>
              <a:gd name="connsiteX39" fmla="*/ 440666 w 11879263"/>
              <a:gd name="connsiteY39" fmla="*/ 5938256 h 6335713"/>
              <a:gd name="connsiteX40" fmla="*/ 445271 w 11879263"/>
              <a:gd name="connsiteY40" fmla="*/ 5933651 h 6335713"/>
              <a:gd name="connsiteX41" fmla="*/ 445271 w 11879263"/>
              <a:gd name="connsiteY41" fmla="*/ 5747347 h 6335713"/>
              <a:gd name="connsiteX42" fmla="*/ 440666 w 11879263"/>
              <a:gd name="connsiteY42" fmla="*/ 5742718 h 6335713"/>
              <a:gd name="connsiteX43" fmla="*/ 1085492 w 11879263"/>
              <a:gd name="connsiteY43" fmla="*/ 5742616 h 6335713"/>
              <a:gd name="connsiteX44" fmla="*/ 1080813 w 11879263"/>
              <a:gd name="connsiteY44" fmla="*/ 5747270 h 6335713"/>
              <a:gd name="connsiteX45" fmla="*/ 1080813 w 11879263"/>
              <a:gd name="connsiteY45" fmla="*/ 5782726 h 6335713"/>
              <a:gd name="connsiteX46" fmla="*/ 1085492 w 11879263"/>
              <a:gd name="connsiteY46" fmla="*/ 5787380 h 6335713"/>
              <a:gd name="connsiteX47" fmla="*/ 1122906 w 11879263"/>
              <a:gd name="connsiteY47" fmla="*/ 5787380 h 6335713"/>
              <a:gd name="connsiteX48" fmla="*/ 1127587 w 11879263"/>
              <a:gd name="connsiteY48" fmla="*/ 5782726 h 6335713"/>
              <a:gd name="connsiteX49" fmla="*/ 1127587 w 11879263"/>
              <a:gd name="connsiteY49" fmla="*/ 5747270 h 6335713"/>
              <a:gd name="connsiteX50" fmla="*/ 1122906 w 11879263"/>
              <a:gd name="connsiteY50" fmla="*/ 5742616 h 6335713"/>
              <a:gd name="connsiteX51" fmla="*/ 916865 w 11879263"/>
              <a:gd name="connsiteY51" fmla="*/ 5742616 h 6335713"/>
              <a:gd name="connsiteX52" fmla="*/ 912186 w 11879263"/>
              <a:gd name="connsiteY52" fmla="*/ 5747270 h 6335713"/>
              <a:gd name="connsiteX53" fmla="*/ 912186 w 11879263"/>
              <a:gd name="connsiteY53" fmla="*/ 5933600 h 6335713"/>
              <a:gd name="connsiteX54" fmla="*/ 916865 w 11879263"/>
              <a:gd name="connsiteY54" fmla="*/ 5938256 h 6335713"/>
              <a:gd name="connsiteX55" fmla="*/ 954279 w 11879263"/>
              <a:gd name="connsiteY55" fmla="*/ 5938256 h 6335713"/>
              <a:gd name="connsiteX56" fmla="*/ 958958 w 11879263"/>
              <a:gd name="connsiteY56" fmla="*/ 5933600 h 6335713"/>
              <a:gd name="connsiteX57" fmla="*/ 958958 w 11879263"/>
              <a:gd name="connsiteY57" fmla="*/ 5747270 h 6335713"/>
              <a:gd name="connsiteX58" fmla="*/ 953744 w 11879263"/>
              <a:gd name="connsiteY58" fmla="*/ 5742616 h 6335713"/>
              <a:gd name="connsiteX59" fmla="*/ 1583948 w 11879263"/>
              <a:gd name="connsiteY59" fmla="*/ 5703244 h 6335713"/>
              <a:gd name="connsiteX60" fmla="*/ 1477964 w 11879263"/>
              <a:gd name="connsiteY60" fmla="*/ 5823089 h 6335713"/>
              <a:gd name="connsiteX61" fmla="*/ 1588551 w 11879263"/>
              <a:gd name="connsiteY61" fmla="*/ 5942934 h 6335713"/>
              <a:gd name="connsiteX62" fmla="*/ 1680749 w 11879263"/>
              <a:gd name="connsiteY62" fmla="*/ 5873831 h 6335713"/>
              <a:gd name="connsiteX63" fmla="*/ 1676146 w 11879263"/>
              <a:gd name="connsiteY63" fmla="*/ 5869227 h 6335713"/>
              <a:gd name="connsiteX64" fmla="*/ 1639267 w 11879263"/>
              <a:gd name="connsiteY64" fmla="*/ 5869227 h 6335713"/>
              <a:gd name="connsiteX65" fmla="*/ 1634662 w 11879263"/>
              <a:gd name="connsiteY65" fmla="*/ 5873831 h 6335713"/>
              <a:gd name="connsiteX66" fmla="*/ 1588551 w 11879263"/>
              <a:gd name="connsiteY66" fmla="*/ 5901478 h 6335713"/>
              <a:gd name="connsiteX67" fmla="*/ 1528629 w 11879263"/>
              <a:gd name="connsiteY67" fmla="*/ 5846133 h 6335713"/>
              <a:gd name="connsiteX68" fmla="*/ 1533232 w 11879263"/>
              <a:gd name="connsiteY68" fmla="*/ 5841503 h 6335713"/>
              <a:gd name="connsiteX69" fmla="*/ 1685378 w 11879263"/>
              <a:gd name="connsiteY69" fmla="*/ 5841503 h 6335713"/>
              <a:gd name="connsiteX70" fmla="*/ 1689981 w 11879263"/>
              <a:gd name="connsiteY70" fmla="*/ 5836901 h 6335713"/>
              <a:gd name="connsiteX71" fmla="*/ 1689981 w 11879263"/>
              <a:gd name="connsiteY71" fmla="*/ 5823089 h 6335713"/>
              <a:gd name="connsiteX72" fmla="*/ 1583948 w 11879263"/>
              <a:gd name="connsiteY72" fmla="*/ 5703244 h 6335713"/>
              <a:gd name="connsiteX73" fmla="*/ 757294 w 11879263"/>
              <a:gd name="connsiteY73" fmla="*/ 5703244 h 6335713"/>
              <a:gd name="connsiteX74" fmla="*/ 651310 w 11879263"/>
              <a:gd name="connsiteY74" fmla="*/ 5823089 h 6335713"/>
              <a:gd name="connsiteX75" fmla="*/ 761897 w 11879263"/>
              <a:gd name="connsiteY75" fmla="*/ 5942934 h 6335713"/>
              <a:gd name="connsiteX76" fmla="*/ 854095 w 11879263"/>
              <a:gd name="connsiteY76" fmla="*/ 5873831 h 6335713"/>
              <a:gd name="connsiteX77" fmla="*/ 849492 w 11879263"/>
              <a:gd name="connsiteY77" fmla="*/ 5869227 h 6335713"/>
              <a:gd name="connsiteX78" fmla="*/ 812613 w 11879263"/>
              <a:gd name="connsiteY78" fmla="*/ 5869227 h 6335713"/>
              <a:gd name="connsiteX79" fmla="*/ 808008 w 11879263"/>
              <a:gd name="connsiteY79" fmla="*/ 5873831 h 6335713"/>
              <a:gd name="connsiteX80" fmla="*/ 761897 w 11879263"/>
              <a:gd name="connsiteY80" fmla="*/ 5901478 h 6335713"/>
              <a:gd name="connsiteX81" fmla="*/ 701975 w 11879263"/>
              <a:gd name="connsiteY81" fmla="*/ 5846133 h 6335713"/>
              <a:gd name="connsiteX82" fmla="*/ 706578 w 11879263"/>
              <a:gd name="connsiteY82" fmla="*/ 5841503 h 6335713"/>
              <a:gd name="connsiteX83" fmla="*/ 858724 w 11879263"/>
              <a:gd name="connsiteY83" fmla="*/ 5841503 h 6335713"/>
              <a:gd name="connsiteX84" fmla="*/ 863327 w 11879263"/>
              <a:gd name="connsiteY84" fmla="*/ 5836901 h 6335713"/>
              <a:gd name="connsiteX85" fmla="*/ 863327 w 11879263"/>
              <a:gd name="connsiteY85" fmla="*/ 5823089 h 6335713"/>
              <a:gd name="connsiteX86" fmla="*/ 757294 w 11879263"/>
              <a:gd name="connsiteY86" fmla="*/ 5703244 h 6335713"/>
              <a:gd name="connsiteX87" fmla="*/ 1844442 w 11879263"/>
              <a:gd name="connsiteY87" fmla="*/ 5702633 h 6335713"/>
              <a:gd name="connsiteX88" fmla="*/ 1734339 w 11879263"/>
              <a:gd name="connsiteY88" fmla="*/ 5821894 h 6335713"/>
              <a:gd name="connsiteX89" fmla="*/ 1844442 w 11879263"/>
              <a:gd name="connsiteY89" fmla="*/ 5941153 h 6335713"/>
              <a:gd name="connsiteX90" fmla="*/ 1943102 w 11879263"/>
              <a:gd name="connsiteY90" fmla="*/ 5863172 h 6335713"/>
              <a:gd name="connsiteX91" fmla="*/ 1938523 w 11879263"/>
              <a:gd name="connsiteY91" fmla="*/ 5858595 h 6335713"/>
              <a:gd name="connsiteX92" fmla="*/ 1904060 w 11879263"/>
              <a:gd name="connsiteY92" fmla="*/ 5858595 h 6335713"/>
              <a:gd name="connsiteX93" fmla="*/ 1899482 w 11879263"/>
              <a:gd name="connsiteY93" fmla="*/ 5863172 h 6335713"/>
              <a:gd name="connsiteX94" fmla="*/ 1844442 w 11879263"/>
              <a:gd name="connsiteY94" fmla="*/ 5899873 h 6335713"/>
              <a:gd name="connsiteX95" fmla="*/ 1780222 w 11879263"/>
              <a:gd name="connsiteY95" fmla="*/ 5821894 h 6335713"/>
              <a:gd name="connsiteX96" fmla="*/ 1844442 w 11879263"/>
              <a:gd name="connsiteY96" fmla="*/ 5743913 h 6335713"/>
              <a:gd name="connsiteX97" fmla="*/ 1899482 w 11879263"/>
              <a:gd name="connsiteY97" fmla="*/ 5780614 h 6335713"/>
              <a:gd name="connsiteX98" fmla="*/ 1904060 w 11879263"/>
              <a:gd name="connsiteY98" fmla="*/ 5785192 h 6335713"/>
              <a:gd name="connsiteX99" fmla="*/ 1938523 w 11879263"/>
              <a:gd name="connsiteY99" fmla="*/ 5785192 h 6335713"/>
              <a:gd name="connsiteX100" fmla="*/ 1943102 w 11879263"/>
              <a:gd name="connsiteY100" fmla="*/ 5780614 h 6335713"/>
              <a:gd name="connsiteX101" fmla="*/ 1844442 w 11879263"/>
              <a:gd name="connsiteY101" fmla="*/ 5702633 h 6335713"/>
              <a:gd name="connsiteX102" fmla="*/ 965292 w 11879263"/>
              <a:gd name="connsiteY102" fmla="*/ 5701056 h 6335713"/>
              <a:gd name="connsiteX103" fmla="*/ 960663 w 11879263"/>
              <a:gd name="connsiteY103" fmla="*/ 5705660 h 6335713"/>
              <a:gd name="connsiteX104" fmla="*/ 960663 w 11879263"/>
              <a:gd name="connsiteY104" fmla="*/ 5737808 h 6335713"/>
              <a:gd name="connsiteX105" fmla="*/ 965826 w 11879263"/>
              <a:gd name="connsiteY105" fmla="*/ 5742438 h 6335713"/>
              <a:gd name="connsiteX106" fmla="*/ 1043170 w 11879263"/>
              <a:gd name="connsiteY106" fmla="*/ 5742640 h 6335713"/>
              <a:gd name="connsiteX107" fmla="*/ 1047851 w 11879263"/>
              <a:gd name="connsiteY107" fmla="*/ 5737986 h 6335713"/>
              <a:gd name="connsiteX108" fmla="*/ 1047851 w 11879263"/>
              <a:gd name="connsiteY108" fmla="*/ 5705710 h 6335713"/>
              <a:gd name="connsiteX109" fmla="*/ 1043170 w 11879263"/>
              <a:gd name="connsiteY109" fmla="*/ 5701056 h 6335713"/>
              <a:gd name="connsiteX110" fmla="*/ 1133691 w 11879263"/>
              <a:gd name="connsiteY110" fmla="*/ 5700319 h 6335713"/>
              <a:gd name="connsiteX111" fmla="*/ 1129012 w 11879263"/>
              <a:gd name="connsiteY111" fmla="*/ 5704973 h 6335713"/>
              <a:gd name="connsiteX112" fmla="*/ 1129012 w 11879263"/>
              <a:gd name="connsiteY112" fmla="*/ 5737682 h 6335713"/>
              <a:gd name="connsiteX113" fmla="*/ 1133691 w 11879263"/>
              <a:gd name="connsiteY113" fmla="*/ 5742336 h 6335713"/>
              <a:gd name="connsiteX114" fmla="*/ 1177947 w 11879263"/>
              <a:gd name="connsiteY114" fmla="*/ 5742336 h 6335713"/>
              <a:gd name="connsiteX115" fmla="*/ 1222939 w 11879263"/>
              <a:gd name="connsiteY115" fmla="*/ 5784276 h 6335713"/>
              <a:gd name="connsiteX116" fmla="*/ 1222939 w 11879263"/>
              <a:gd name="connsiteY116" fmla="*/ 5793611 h 6335713"/>
              <a:gd name="connsiteX117" fmla="*/ 1218260 w 11879263"/>
              <a:gd name="connsiteY117" fmla="*/ 5798266 h 6335713"/>
              <a:gd name="connsiteX118" fmla="*/ 1176166 w 11879263"/>
              <a:gd name="connsiteY118" fmla="*/ 5793611 h 6335713"/>
              <a:gd name="connsiteX119" fmla="*/ 1073260 w 11879263"/>
              <a:gd name="connsiteY119" fmla="*/ 5868260 h 6335713"/>
              <a:gd name="connsiteX120" fmla="*/ 1152767 w 11879263"/>
              <a:gd name="connsiteY120" fmla="*/ 5942909 h 6335713"/>
              <a:gd name="connsiteX121" fmla="*/ 1218260 w 11879263"/>
              <a:gd name="connsiteY121" fmla="*/ 5914931 h 6335713"/>
              <a:gd name="connsiteX122" fmla="*/ 1222939 w 11879263"/>
              <a:gd name="connsiteY122" fmla="*/ 5914931 h 6335713"/>
              <a:gd name="connsiteX123" fmla="*/ 1227619 w 11879263"/>
              <a:gd name="connsiteY123" fmla="*/ 5933600 h 6335713"/>
              <a:gd name="connsiteX124" fmla="*/ 1232299 w 11879263"/>
              <a:gd name="connsiteY124" fmla="*/ 5938280 h 6335713"/>
              <a:gd name="connsiteX125" fmla="*/ 1265032 w 11879263"/>
              <a:gd name="connsiteY125" fmla="*/ 5938280 h 6335713"/>
              <a:gd name="connsiteX126" fmla="*/ 1269713 w 11879263"/>
              <a:gd name="connsiteY126" fmla="*/ 5933600 h 6335713"/>
              <a:gd name="connsiteX127" fmla="*/ 1269713 w 11879263"/>
              <a:gd name="connsiteY127" fmla="*/ 5802971 h 6335713"/>
              <a:gd name="connsiteX128" fmla="*/ 1178710 w 11879263"/>
              <a:gd name="connsiteY128" fmla="*/ 5700345 h 6335713"/>
              <a:gd name="connsiteX129" fmla="*/ 1178659 w 11879263"/>
              <a:gd name="connsiteY129" fmla="*/ 5700319 h 6335713"/>
              <a:gd name="connsiteX130" fmla="*/ 1338383 w 11879263"/>
              <a:gd name="connsiteY130" fmla="*/ 5654538 h 6335713"/>
              <a:gd name="connsiteX131" fmla="*/ 1333754 w 11879263"/>
              <a:gd name="connsiteY131" fmla="*/ 5659142 h 6335713"/>
              <a:gd name="connsiteX132" fmla="*/ 1333882 w 11879263"/>
              <a:gd name="connsiteY132" fmla="*/ 5892168 h 6335713"/>
              <a:gd name="connsiteX133" fmla="*/ 1338383 w 11879263"/>
              <a:gd name="connsiteY133" fmla="*/ 5896669 h 6335713"/>
              <a:gd name="connsiteX134" fmla="*/ 1375338 w 11879263"/>
              <a:gd name="connsiteY134" fmla="*/ 5896669 h 6335713"/>
              <a:gd name="connsiteX135" fmla="*/ 1380019 w 11879263"/>
              <a:gd name="connsiteY135" fmla="*/ 5891965 h 6335713"/>
              <a:gd name="connsiteX136" fmla="*/ 1379942 w 11879263"/>
              <a:gd name="connsiteY136" fmla="*/ 5747220 h 6335713"/>
              <a:gd name="connsiteX137" fmla="*/ 1384571 w 11879263"/>
              <a:gd name="connsiteY137" fmla="*/ 5742590 h 6335713"/>
              <a:gd name="connsiteX138" fmla="*/ 1435363 w 11879263"/>
              <a:gd name="connsiteY138" fmla="*/ 5742590 h 6335713"/>
              <a:gd name="connsiteX139" fmla="*/ 1439966 w 11879263"/>
              <a:gd name="connsiteY139" fmla="*/ 5737988 h 6335713"/>
              <a:gd name="connsiteX140" fmla="*/ 1439966 w 11879263"/>
              <a:gd name="connsiteY140" fmla="*/ 5705660 h 6335713"/>
              <a:gd name="connsiteX141" fmla="*/ 1435338 w 11879263"/>
              <a:gd name="connsiteY141" fmla="*/ 5701057 h 6335713"/>
              <a:gd name="connsiteX142" fmla="*/ 1384545 w 11879263"/>
              <a:gd name="connsiteY142" fmla="*/ 5701057 h 6335713"/>
              <a:gd name="connsiteX143" fmla="*/ 1379917 w 11879263"/>
              <a:gd name="connsiteY143" fmla="*/ 5696453 h 6335713"/>
              <a:gd name="connsiteX144" fmla="*/ 1379917 w 11879263"/>
              <a:gd name="connsiteY144" fmla="*/ 5659142 h 6335713"/>
              <a:gd name="connsiteX145" fmla="*/ 1375313 w 11879263"/>
              <a:gd name="connsiteY145" fmla="*/ 5654538 h 6335713"/>
              <a:gd name="connsiteX146" fmla="*/ 513967 w 11879263"/>
              <a:gd name="connsiteY146" fmla="*/ 5654538 h 6335713"/>
              <a:gd name="connsiteX147" fmla="*/ 509338 w 11879263"/>
              <a:gd name="connsiteY147" fmla="*/ 5659142 h 6335713"/>
              <a:gd name="connsiteX148" fmla="*/ 509465 w 11879263"/>
              <a:gd name="connsiteY148" fmla="*/ 5892168 h 6335713"/>
              <a:gd name="connsiteX149" fmla="*/ 513967 w 11879263"/>
              <a:gd name="connsiteY149" fmla="*/ 5896669 h 6335713"/>
              <a:gd name="connsiteX150" fmla="*/ 550922 w 11879263"/>
              <a:gd name="connsiteY150" fmla="*/ 5896669 h 6335713"/>
              <a:gd name="connsiteX151" fmla="*/ 555603 w 11879263"/>
              <a:gd name="connsiteY151" fmla="*/ 5891965 h 6335713"/>
              <a:gd name="connsiteX152" fmla="*/ 555527 w 11879263"/>
              <a:gd name="connsiteY152" fmla="*/ 5747220 h 6335713"/>
              <a:gd name="connsiteX153" fmla="*/ 560155 w 11879263"/>
              <a:gd name="connsiteY153" fmla="*/ 5742590 h 6335713"/>
              <a:gd name="connsiteX154" fmla="*/ 610947 w 11879263"/>
              <a:gd name="connsiteY154" fmla="*/ 5742590 h 6335713"/>
              <a:gd name="connsiteX155" fmla="*/ 615550 w 11879263"/>
              <a:gd name="connsiteY155" fmla="*/ 5737988 h 6335713"/>
              <a:gd name="connsiteX156" fmla="*/ 615550 w 11879263"/>
              <a:gd name="connsiteY156" fmla="*/ 5705660 h 6335713"/>
              <a:gd name="connsiteX157" fmla="*/ 610922 w 11879263"/>
              <a:gd name="connsiteY157" fmla="*/ 5701057 h 6335713"/>
              <a:gd name="connsiteX158" fmla="*/ 560129 w 11879263"/>
              <a:gd name="connsiteY158" fmla="*/ 5701057 h 6335713"/>
              <a:gd name="connsiteX159" fmla="*/ 555501 w 11879263"/>
              <a:gd name="connsiteY159" fmla="*/ 5696453 h 6335713"/>
              <a:gd name="connsiteX160" fmla="*/ 555501 w 11879263"/>
              <a:gd name="connsiteY160" fmla="*/ 5659142 h 6335713"/>
              <a:gd name="connsiteX161" fmla="*/ 550897 w 11879263"/>
              <a:gd name="connsiteY161" fmla="*/ 5654538 h 6335713"/>
              <a:gd name="connsiteX162" fmla="*/ 403736 w 11879263"/>
              <a:gd name="connsiteY162" fmla="*/ 5654538 h 6335713"/>
              <a:gd name="connsiteX163" fmla="*/ 399108 w 11879263"/>
              <a:gd name="connsiteY163" fmla="*/ 5658735 h 6335713"/>
              <a:gd name="connsiteX164" fmla="*/ 399108 w 11879263"/>
              <a:gd name="connsiteY164" fmla="*/ 5696835 h 6335713"/>
              <a:gd name="connsiteX165" fmla="*/ 403381 w 11879263"/>
              <a:gd name="connsiteY165" fmla="*/ 5700701 h 6335713"/>
              <a:gd name="connsiteX166" fmla="*/ 440666 w 11879263"/>
              <a:gd name="connsiteY166" fmla="*/ 5700701 h 6335713"/>
              <a:gd name="connsiteX167" fmla="*/ 445271 w 11879263"/>
              <a:gd name="connsiteY167" fmla="*/ 5696631 h 6335713"/>
              <a:gd name="connsiteX168" fmla="*/ 445271 w 11879263"/>
              <a:gd name="connsiteY168" fmla="*/ 5658735 h 6335713"/>
              <a:gd name="connsiteX169" fmla="*/ 440666 w 11879263"/>
              <a:gd name="connsiteY169" fmla="*/ 5654538 h 6335713"/>
              <a:gd name="connsiteX170" fmla="*/ 0 w 11879263"/>
              <a:gd name="connsiteY170" fmla="*/ 0 h 6335713"/>
              <a:gd name="connsiteX171" fmla="*/ 11879263 w 11879263"/>
              <a:gd name="connsiteY171" fmla="*/ 0 h 6335713"/>
              <a:gd name="connsiteX172" fmla="*/ 11879263 w 11879263"/>
              <a:gd name="connsiteY172" fmla="*/ 6335713 h 6335713"/>
              <a:gd name="connsiteX173" fmla="*/ 0 w 11879263"/>
              <a:gd name="connsiteY173" fmla="*/ 6335713 h 6335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</a:cxnLst>
            <a:rect l="l" t="t" r="r" b="b"/>
            <a:pathLst>
              <a:path w="11879263" h="6335713">
                <a:moveTo>
                  <a:pt x="564555" y="5896873"/>
                </a:moveTo>
                <a:lnTo>
                  <a:pt x="560130" y="5901274"/>
                </a:lnTo>
                <a:lnTo>
                  <a:pt x="560002" y="5933676"/>
                </a:lnTo>
                <a:lnTo>
                  <a:pt x="564631" y="5938281"/>
                </a:lnTo>
                <a:lnTo>
                  <a:pt x="610793" y="5938281"/>
                </a:lnTo>
                <a:lnTo>
                  <a:pt x="615397" y="5933676"/>
                </a:lnTo>
                <a:lnTo>
                  <a:pt x="615524" y="5901477"/>
                </a:lnTo>
                <a:lnTo>
                  <a:pt x="610920" y="5896873"/>
                </a:lnTo>
                <a:close/>
                <a:moveTo>
                  <a:pt x="1388971" y="5896720"/>
                </a:moveTo>
                <a:lnTo>
                  <a:pt x="1384545" y="5901146"/>
                </a:lnTo>
                <a:lnTo>
                  <a:pt x="1384545" y="5933650"/>
                </a:lnTo>
                <a:lnTo>
                  <a:pt x="1389149" y="5938255"/>
                </a:lnTo>
                <a:lnTo>
                  <a:pt x="1435336" y="5938255"/>
                </a:lnTo>
                <a:lnTo>
                  <a:pt x="1439941" y="5933650"/>
                </a:lnTo>
                <a:lnTo>
                  <a:pt x="1439941" y="5901324"/>
                </a:lnTo>
                <a:lnTo>
                  <a:pt x="1435336" y="5896720"/>
                </a:lnTo>
                <a:close/>
                <a:moveTo>
                  <a:pt x="1180846" y="5830923"/>
                </a:moveTo>
                <a:cubicBezTo>
                  <a:pt x="1204221" y="5830923"/>
                  <a:pt x="1218260" y="5835577"/>
                  <a:pt x="1218260" y="5835577"/>
                </a:cubicBezTo>
                <a:lnTo>
                  <a:pt x="1222939" y="5840257"/>
                </a:lnTo>
                <a:lnTo>
                  <a:pt x="1222939" y="5854271"/>
                </a:lnTo>
                <a:cubicBezTo>
                  <a:pt x="1222939" y="5882274"/>
                  <a:pt x="1199540" y="5900917"/>
                  <a:pt x="1162127" y="5900917"/>
                </a:cubicBezTo>
                <a:cubicBezTo>
                  <a:pt x="1134073" y="5900917"/>
                  <a:pt x="1120034" y="5891583"/>
                  <a:pt x="1120034" y="5868260"/>
                </a:cubicBezTo>
                <a:cubicBezTo>
                  <a:pt x="1120034" y="5844936"/>
                  <a:pt x="1138752" y="5830923"/>
                  <a:pt x="1180846" y="5830923"/>
                </a:cubicBezTo>
                <a:close/>
                <a:moveTo>
                  <a:pt x="1583948" y="5744702"/>
                </a:moveTo>
                <a:cubicBezTo>
                  <a:pt x="1634662" y="5744702"/>
                  <a:pt x="1639267" y="5786235"/>
                  <a:pt x="1639267" y="5800072"/>
                </a:cubicBezTo>
                <a:lnTo>
                  <a:pt x="1634662" y="5804675"/>
                </a:lnTo>
                <a:lnTo>
                  <a:pt x="1533232" y="5804675"/>
                </a:lnTo>
                <a:lnTo>
                  <a:pt x="1528629" y="5800072"/>
                </a:lnTo>
                <a:cubicBezTo>
                  <a:pt x="1528629" y="5786235"/>
                  <a:pt x="1533232" y="5744702"/>
                  <a:pt x="1583948" y="5744702"/>
                </a:cubicBezTo>
                <a:close/>
                <a:moveTo>
                  <a:pt x="757294" y="5744702"/>
                </a:moveTo>
                <a:cubicBezTo>
                  <a:pt x="808008" y="5744702"/>
                  <a:pt x="812613" y="5786235"/>
                  <a:pt x="812613" y="5800072"/>
                </a:cubicBezTo>
                <a:lnTo>
                  <a:pt x="808008" y="5804675"/>
                </a:lnTo>
                <a:lnTo>
                  <a:pt x="706578" y="5804675"/>
                </a:lnTo>
                <a:lnTo>
                  <a:pt x="701975" y="5800072"/>
                </a:lnTo>
                <a:cubicBezTo>
                  <a:pt x="701975" y="5786235"/>
                  <a:pt x="706578" y="5744702"/>
                  <a:pt x="757294" y="5744702"/>
                </a:cubicBezTo>
                <a:close/>
                <a:moveTo>
                  <a:pt x="403712" y="5742718"/>
                </a:moveTo>
                <a:lnTo>
                  <a:pt x="399108" y="5747347"/>
                </a:lnTo>
                <a:lnTo>
                  <a:pt x="399108" y="5933651"/>
                </a:lnTo>
                <a:lnTo>
                  <a:pt x="403712" y="5938256"/>
                </a:lnTo>
                <a:lnTo>
                  <a:pt x="440666" y="5938256"/>
                </a:lnTo>
                <a:lnTo>
                  <a:pt x="445271" y="5933651"/>
                </a:lnTo>
                <a:lnTo>
                  <a:pt x="445271" y="5747347"/>
                </a:lnTo>
                <a:lnTo>
                  <a:pt x="440666" y="5742718"/>
                </a:lnTo>
                <a:close/>
                <a:moveTo>
                  <a:pt x="1085492" y="5742616"/>
                </a:moveTo>
                <a:lnTo>
                  <a:pt x="1080813" y="5747270"/>
                </a:lnTo>
                <a:lnTo>
                  <a:pt x="1080813" y="5782726"/>
                </a:lnTo>
                <a:lnTo>
                  <a:pt x="1085492" y="5787380"/>
                </a:lnTo>
                <a:lnTo>
                  <a:pt x="1122906" y="5787380"/>
                </a:lnTo>
                <a:lnTo>
                  <a:pt x="1127587" y="5782726"/>
                </a:lnTo>
                <a:lnTo>
                  <a:pt x="1127587" y="5747270"/>
                </a:lnTo>
                <a:lnTo>
                  <a:pt x="1122906" y="5742616"/>
                </a:lnTo>
                <a:close/>
                <a:moveTo>
                  <a:pt x="916865" y="5742616"/>
                </a:moveTo>
                <a:lnTo>
                  <a:pt x="912186" y="5747270"/>
                </a:lnTo>
                <a:lnTo>
                  <a:pt x="912186" y="5933600"/>
                </a:lnTo>
                <a:lnTo>
                  <a:pt x="916865" y="5938256"/>
                </a:lnTo>
                <a:lnTo>
                  <a:pt x="954279" y="5938256"/>
                </a:lnTo>
                <a:lnTo>
                  <a:pt x="958958" y="5933600"/>
                </a:lnTo>
                <a:lnTo>
                  <a:pt x="958958" y="5747270"/>
                </a:lnTo>
                <a:lnTo>
                  <a:pt x="953744" y="5742616"/>
                </a:lnTo>
                <a:close/>
                <a:moveTo>
                  <a:pt x="1583948" y="5703244"/>
                </a:moveTo>
                <a:cubicBezTo>
                  <a:pt x="1510215" y="5703244"/>
                  <a:pt x="1477964" y="5758512"/>
                  <a:pt x="1477964" y="5823089"/>
                </a:cubicBezTo>
                <a:cubicBezTo>
                  <a:pt x="1477964" y="5892245"/>
                  <a:pt x="1514818" y="5942934"/>
                  <a:pt x="1588551" y="5942934"/>
                </a:cubicBezTo>
                <a:cubicBezTo>
                  <a:pt x="1643870" y="5942934"/>
                  <a:pt x="1676146" y="5910685"/>
                  <a:pt x="1680749" y="5873831"/>
                </a:cubicBezTo>
                <a:lnTo>
                  <a:pt x="1676146" y="5869227"/>
                </a:lnTo>
                <a:lnTo>
                  <a:pt x="1639267" y="5869227"/>
                </a:lnTo>
                <a:lnTo>
                  <a:pt x="1634662" y="5873831"/>
                </a:lnTo>
                <a:cubicBezTo>
                  <a:pt x="1625430" y="5896873"/>
                  <a:pt x="1606990" y="5901478"/>
                  <a:pt x="1588551" y="5901478"/>
                </a:cubicBezTo>
                <a:cubicBezTo>
                  <a:pt x="1533232" y="5901478"/>
                  <a:pt x="1528629" y="5855366"/>
                  <a:pt x="1528629" y="5846133"/>
                </a:cubicBezTo>
                <a:lnTo>
                  <a:pt x="1533232" y="5841503"/>
                </a:lnTo>
                <a:lnTo>
                  <a:pt x="1685378" y="5841503"/>
                </a:lnTo>
                <a:lnTo>
                  <a:pt x="1689981" y="5836901"/>
                </a:lnTo>
                <a:lnTo>
                  <a:pt x="1689981" y="5823089"/>
                </a:lnTo>
                <a:cubicBezTo>
                  <a:pt x="1689981" y="5758538"/>
                  <a:pt x="1657706" y="5703244"/>
                  <a:pt x="1583948" y="5703244"/>
                </a:cubicBezTo>
                <a:close/>
                <a:moveTo>
                  <a:pt x="757294" y="5703244"/>
                </a:moveTo>
                <a:cubicBezTo>
                  <a:pt x="683561" y="5703244"/>
                  <a:pt x="651310" y="5758512"/>
                  <a:pt x="651310" y="5823089"/>
                </a:cubicBezTo>
                <a:cubicBezTo>
                  <a:pt x="651310" y="5892245"/>
                  <a:pt x="688164" y="5942934"/>
                  <a:pt x="761897" y="5942934"/>
                </a:cubicBezTo>
                <a:cubicBezTo>
                  <a:pt x="817215" y="5942934"/>
                  <a:pt x="849492" y="5910685"/>
                  <a:pt x="854095" y="5873831"/>
                </a:cubicBezTo>
                <a:lnTo>
                  <a:pt x="849492" y="5869227"/>
                </a:lnTo>
                <a:lnTo>
                  <a:pt x="812613" y="5869227"/>
                </a:lnTo>
                <a:lnTo>
                  <a:pt x="808008" y="5873831"/>
                </a:lnTo>
                <a:cubicBezTo>
                  <a:pt x="798776" y="5896873"/>
                  <a:pt x="780336" y="5901478"/>
                  <a:pt x="761897" y="5901478"/>
                </a:cubicBezTo>
                <a:cubicBezTo>
                  <a:pt x="706578" y="5901478"/>
                  <a:pt x="701975" y="5855366"/>
                  <a:pt x="701975" y="5846133"/>
                </a:cubicBezTo>
                <a:lnTo>
                  <a:pt x="706578" y="5841503"/>
                </a:lnTo>
                <a:lnTo>
                  <a:pt x="858724" y="5841503"/>
                </a:lnTo>
                <a:lnTo>
                  <a:pt x="863327" y="5836901"/>
                </a:lnTo>
                <a:lnTo>
                  <a:pt x="863327" y="5823089"/>
                </a:lnTo>
                <a:cubicBezTo>
                  <a:pt x="863327" y="5758538"/>
                  <a:pt x="831052" y="5703244"/>
                  <a:pt x="757294" y="5703244"/>
                </a:cubicBezTo>
                <a:close/>
                <a:moveTo>
                  <a:pt x="1844442" y="5702633"/>
                </a:moveTo>
                <a:cubicBezTo>
                  <a:pt x="1775644" y="5702633"/>
                  <a:pt x="1734339" y="5748516"/>
                  <a:pt x="1734339" y="5821894"/>
                </a:cubicBezTo>
                <a:cubicBezTo>
                  <a:pt x="1734339" y="5895271"/>
                  <a:pt x="1775619" y="5941153"/>
                  <a:pt x="1844442" y="5941153"/>
                </a:cubicBezTo>
                <a:cubicBezTo>
                  <a:pt x="1908664" y="5941153"/>
                  <a:pt x="1938523" y="5904452"/>
                  <a:pt x="1943102" y="5863172"/>
                </a:cubicBezTo>
                <a:lnTo>
                  <a:pt x="1938523" y="5858595"/>
                </a:lnTo>
                <a:lnTo>
                  <a:pt x="1904060" y="5858595"/>
                </a:lnTo>
                <a:lnTo>
                  <a:pt x="1899482" y="5863172"/>
                </a:lnTo>
                <a:cubicBezTo>
                  <a:pt x="1894903" y="5881510"/>
                  <a:pt x="1881144" y="5899873"/>
                  <a:pt x="1844442" y="5899873"/>
                </a:cubicBezTo>
                <a:cubicBezTo>
                  <a:pt x="1803164" y="5899873"/>
                  <a:pt x="1780222" y="5872354"/>
                  <a:pt x="1780222" y="5821894"/>
                </a:cubicBezTo>
                <a:cubicBezTo>
                  <a:pt x="1780222" y="5771432"/>
                  <a:pt x="1803164" y="5743913"/>
                  <a:pt x="1844442" y="5743913"/>
                </a:cubicBezTo>
                <a:cubicBezTo>
                  <a:pt x="1881144" y="5743913"/>
                  <a:pt x="1894903" y="5762251"/>
                  <a:pt x="1899482" y="5780614"/>
                </a:cubicBezTo>
                <a:lnTo>
                  <a:pt x="1904060" y="5785192"/>
                </a:lnTo>
                <a:lnTo>
                  <a:pt x="1938523" y="5785192"/>
                </a:lnTo>
                <a:lnTo>
                  <a:pt x="1943102" y="5780614"/>
                </a:lnTo>
                <a:cubicBezTo>
                  <a:pt x="1938523" y="5739334"/>
                  <a:pt x="1908638" y="5702633"/>
                  <a:pt x="1844442" y="5702633"/>
                </a:cubicBezTo>
                <a:close/>
                <a:moveTo>
                  <a:pt x="965292" y="5701056"/>
                </a:moveTo>
                <a:lnTo>
                  <a:pt x="960663" y="5705660"/>
                </a:lnTo>
                <a:lnTo>
                  <a:pt x="960663" y="5737808"/>
                </a:lnTo>
                <a:lnTo>
                  <a:pt x="965826" y="5742438"/>
                </a:lnTo>
                <a:lnTo>
                  <a:pt x="1043170" y="5742640"/>
                </a:lnTo>
                <a:lnTo>
                  <a:pt x="1047851" y="5737986"/>
                </a:lnTo>
                <a:lnTo>
                  <a:pt x="1047851" y="5705710"/>
                </a:lnTo>
                <a:lnTo>
                  <a:pt x="1043170" y="5701056"/>
                </a:lnTo>
                <a:close/>
                <a:moveTo>
                  <a:pt x="1133691" y="5700319"/>
                </a:moveTo>
                <a:lnTo>
                  <a:pt x="1129012" y="5704973"/>
                </a:lnTo>
                <a:lnTo>
                  <a:pt x="1129012" y="5737682"/>
                </a:lnTo>
                <a:lnTo>
                  <a:pt x="1133691" y="5742336"/>
                </a:lnTo>
                <a:lnTo>
                  <a:pt x="1177947" y="5742336"/>
                </a:lnTo>
                <a:cubicBezTo>
                  <a:pt x="1209383" y="5742692"/>
                  <a:pt x="1222939" y="5752256"/>
                  <a:pt x="1222939" y="5784276"/>
                </a:cubicBezTo>
                <a:lnTo>
                  <a:pt x="1222939" y="5793611"/>
                </a:lnTo>
                <a:lnTo>
                  <a:pt x="1218260" y="5798266"/>
                </a:lnTo>
                <a:cubicBezTo>
                  <a:pt x="1218260" y="5798266"/>
                  <a:pt x="1199540" y="5793611"/>
                  <a:pt x="1176166" y="5793611"/>
                </a:cubicBezTo>
                <a:cubicBezTo>
                  <a:pt x="1115353" y="5793611"/>
                  <a:pt x="1073260" y="5816935"/>
                  <a:pt x="1073260" y="5868260"/>
                </a:cubicBezTo>
                <a:cubicBezTo>
                  <a:pt x="1073260" y="5914905"/>
                  <a:pt x="1101314" y="5942909"/>
                  <a:pt x="1152767" y="5942909"/>
                </a:cubicBezTo>
                <a:cubicBezTo>
                  <a:pt x="1199540" y="5942909"/>
                  <a:pt x="1218260" y="5914931"/>
                  <a:pt x="1218260" y="5914931"/>
                </a:cubicBezTo>
                <a:lnTo>
                  <a:pt x="1222939" y="5914931"/>
                </a:lnTo>
                <a:lnTo>
                  <a:pt x="1227619" y="5933600"/>
                </a:lnTo>
                <a:lnTo>
                  <a:pt x="1232299" y="5938280"/>
                </a:lnTo>
                <a:lnTo>
                  <a:pt x="1265032" y="5938280"/>
                </a:lnTo>
                <a:lnTo>
                  <a:pt x="1269713" y="5933600"/>
                </a:lnTo>
                <a:lnTo>
                  <a:pt x="1269713" y="5802971"/>
                </a:lnTo>
                <a:cubicBezTo>
                  <a:pt x="1269713" y="5733816"/>
                  <a:pt x="1246872" y="5701133"/>
                  <a:pt x="1178710" y="5700345"/>
                </a:cubicBezTo>
                <a:lnTo>
                  <a:pt x="1178659" y="5700319"/>
                </a:lnTo>
                <a:close/>
                <a:moveTo>
                  <a:pt x="1338383" y="5654538"/>
                </a:moveTo>
                <a:lnTo>
                  <a:pt x="1333754" y="5659142"/>
                </a:lnTo>
                <a:cubicBezTo>
                  <a:pt x="1333754" y="5659142"/>
                  <a:pt x="1333831" y="5890718"/>
                  <a:pt x="1333882" y="5892168"/>
                </a:cubicBezTo>
                <a:lnTo>
                  <a:pt x="1338383" y="5896669"/>
                </a:lnTo>
                <a:lnTo>
                  <a:pt x="1375338" y="5896669"/>
                </a:lnTo>
                <a:lnTo>
                  <a:pt x="1380019" y="5891965"/>
                </a:lnTo>
                <a:lnTo>
                  <a:pt x="1379942" y="5747220"/>
                </a:lnTo>
                <a:lnTo>
                  <a:pt x="1384571" y="5742590"/>
                </a:lnTo>
                <a:lnTo>
                  <a:pt x="1435363" y="5742590"/>
                </a:lnTo>
                <a:lnTo>
                  <a:pt x="1439966" y="5737988"/>
                </a:lnTo>
                <a:lnTo>
                  <a:pt x="1439966" y="5705660"/>
                </a:lnTo>
                <a:lnTo>
                  <a:pt x="1435338" y="5701057"/>
                </a:lnTo>
                <a:lnTo>
                  <a:pt x="1384545" y="5701057"/>
                </a:lnTo>
                <a:lnTo>
                  <a:pt x="1379917" y="5696453"/>
                </a:lnTo>
                <a:lnTo>
                  <a:pt x="1379917" y="5659142"/>
                </a:lnTo>
                <a:lnTo>
                  <a:pt x="1375313" y="5654538"/>
                </a:lnTo>
                <a:close/>
                <a:moveTo>
                  <a:pt x="513967" y="5654538"/>
                </a:moveTo>
                <a:lnTo>
                  <a:pt x="509338" y="5659142"/>
                </a:lnTo>
                <a:cubicBezTo>
                  <a:pt x="509338" y="5659142"/>
                  <a:pt x="509414" y="5890718"/>
                  <a:pt x="509465" y="5892168"/>
                </a:cubicBezTo>
                <a:lnTo>
                  <a:pt x="513967" y="5896669"/>
                </a:lnTo>
                <a:lnTo>
                  <a:pt x="550922" y="5896669"/>
                </a:lnTo>
                <a:lnTo>
                  <a:pt x="555603" y="5891965"/>
                </a:lnTo>
                <a:lnTo>
                  <a:pt x="555527" y="5747220"/>
                </a:lnTo>
                <a:lnTo>
                  <a:pt x="560155" y="5742590"/>
                </a:lnTo>
                <a:lnTo>
                  <a:pt x="610947" y="5742590"/>
                </a:lnTo>
                <a:lnTo>
                  <a:pt x="615550" y="5737988"/>
                </a:lnTo>
                <a:lnTo>
                  <a:pt x="615550" y="5705660"/>
                </a:lnTo>
                <a:lnTo>
                  <a:pt x="610922" y="5701057"/>
                </a:lnTo>
                <a:lnTo>
                  <a:pt x="560129" y="5701057"/>
                </a:lnTo>
                <a:lnTo>
                  <a:pt x="555501" y="5696453"/>
                </a:lnTo>
                <a:lnTo>
                  <a:pt x="555501" y="5659142"/>
                </a:lnTo>
                <a:lnTo>
                  <a:pt x="550897" y="5654538"/>
                </a:lnTo>
                <a:close/>
                <a:moveTo>
                  <a:pt x="403736" y="5654538"/>
                </a:moveTo>
                <a:lnTo>
                  <a:pt x="399108" y="5658735"/>
                </a:lnTo>
                <a:lnTo>
                  <a:pt x="399108" y="5696835"/>
                </a:lnTo>
                <a:lnTo>
                  <a:pt x="403381" y="5700701"/>
                </a:lnTo>
                <a:lnTo>
                  <a:pt x="440666" y="5700701"/>
                </a:lnTo>
                <a:lnTo>
                  <a:pt x="445271" y="5696631"/>
                </a:lnTo>
                <a:lnTo>
                  <a:pt x="445271" y="5658735"/>
                </a:lnTo>
                <a:lnTo>
                  <a:pt x="440666" y="5654538"/>
                </a:lnTo>
                <a:close/>
                <a:moveTo>
                  <a:pt x="0" y="0"/>
                </a:moveTo>
                <a:lnTo>
                  <a:pt x="11879263" y="0"/>
                </a:lnTo>
                <a:lnTo>
                  <a:pt x="11879263" y="6335713"/>
                </a:lnTo>
                <a:lnTo>
                  <a:pt x="0" y="6335713"/>
                </a:lnTo>
                <a:close/>
              </a:path>
            </a:pathLst>
          </a:custGeom>
          <a:noFill/>
        </p:spPr>
        <p:txBody>
          <a:bodyPr wrap="square" bIns="864000"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  <a:lvl2pPr algn="ctr">
              <a:defRPr sz="1000"/>
            </a:lvl2pPr>
          </a:lstStyle>
          <a:p>
            <a:pPr lvl="0"/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25AA0E0E-ADBD-4F38-9014-E9519D4D20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87261" y="5543713"/>
            <a:ext cx="792000" cy="792000"/>
          </a:xfrm>
          <a:solidFill>
            <a:schemeClr val="bg1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F4E0683-A601-4717-AC93-6C09096BA9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87261" y="3959713"/>
            <a:ext cx="792000" cy="792000"/>
          </a:xfrm>
          <a:solidFill>
            <a:schemeClr val="accent2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98FF28BF-CEE7-4FD3-B88E-A00908756E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3089" y="4751713"/>
            <a:ext cx="792000" cy="792000"/>
          </a:xfrm>
          <a:solidFill>
            <a:schemeClr val="accent3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FB24A518-545B-4D87-B118-662CA80F89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5002" y="4751713"/>
            <a:ext cx="792000" cy="792000"/>
          </a:xfrm>
          <a:solidFill>
            <a:schemeClr val="accent3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17DAD7BF-2B9E-46E3-8163-7084421BE5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95261" y="5543713"/>
            <a:ext cx="792000" cy="792000"/>
          </a:xfrm>
          <a:solidFill>
            <a:schemeClr val="tx1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5" name="Textplatzhalter 8">
            <a:extLst>
              <a:ext uri="{FF2B5EF4-FFF2-40B4-BE49-F238E27FC236}">
                <a16:creationId xmlns:a16="http://schemas.microsoft.com/office/drawing/2014/main" id="{0527E639-2DEF-475B-9418-D05F45BFDC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84170" y="1583713"/>
            <a:ext cx="792000" cy="792000"/>
          </a:xfrm>
          <a:solidFill>
            <a:schemeClr val="accent3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7" name="Textplatzhalter 8">
            <a:extLst>
              <a:ext uri="{FF2B5EF4-FFF2-40B4-BE49-F238E27FC236}">
                <a16:creationId xmlns:a16="http://schemas.microsoft.com/office/drawing/2014/main" id="{4E84579C-568E-4530-885F-39D2CA4F9A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2085" y="791713"/>
            <a:ext cx="792000" cy="792000"/>
          </a:xfrm>
          <a:solidFill>
            <a:schemeClr val="accent3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8" name="Textplatzhalter 8">
            <a:extLst>
              <a:ext uri="{FF2B5EF4-FFF2-40B4-BE49-F238E27FC236}">
                <a16:creationId xmlns:a16="http://schemas.microsoft.com/office/drawing/2014/main" id="{7460217A-EE20-4EEB-9DAF-3C51A91ED8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791713"/>
            <a:ext cx="792000" cy="792000"/>
          </a:xfrm>
          <a:solidFill>
            <a:schemeClr val="accent2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9" name="Textplatzhalter 8">
            <a:extLst>
              <a:ext uri="{FF2B5EF4-FFF2-40B4-BE49-F238E27FC236}">
                <a16:creationId xmlns:a16="http://schemas.microsoft.com/office/drawing/2014/main" id="{B412580A-D4C3-4E48-918C-ABAB0D33BB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0"/>
            <a:ext cx="792000" cy="792000"/>
          </a:xfrm>
          <a:solidFill>
            <a:schemeClr val="bg1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8B0147A9-D0DC-41F4-B943-D77C28A8C755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45B87C07-CD3F-45CC-9483-1049ACBF6DC9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B610B19-68B0-44D6-9120-B9AFCB9174E6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15678065-E065-4FC2-BD14-B38FA8696A71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AC8F198F-730D-4F69-899D-D894728C0390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A835253-0409-4365-B481-42D2E03C9E62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EF5F8F78-C10F-42D5-9F16-54B533255E5A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F19D0FE5-13F4-4524-B845-DE3949149ED9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28DA42CF-2C39-4E7A-BEE1-C70B033848A8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FD4DE3E8-5B5C-40D0-965F-6C46F812756B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C79B410E-0247-4203-981C-5BA3E358463B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9248A352-DB37-4A5E-A46B-C78695A350C3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17296842-5041-458B-AAA2-D66AE015F6D8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863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99D3C98-D3C3-4D70-9705-A2A630FA61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13" y="1007784"/>
            <a:ext cx="8712000" cy="1512000"/>
          </a:xfrm>
        </p:spPr>
        <p:txBody>
          <a:bodyPr/>
          <a:lstStyle>
            <a:lvl1pPr>
              <a:defRPr sz="3600" b="1" spc="0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</a:t>
            </a:r>
            <a:br>
              <a:rPr lang="de-DE" dirty="0"/>
            </a:br>
            <a:r>
              <a:rPr lang="de-DE" dirty="0"/>
              <a:t>darf auch zweizeilig sein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42FA83A-1852-4C32-85F8-FA1B9D8EE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725" y="2699908"/>
            <a:ext cx="8712000" cy="936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ysClr val="windowText" lastClr="000000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ysClr val="windowText" lastClr="000000"/>
                </a:solidFill>
              </a:defRPr>
            </a:lvl2pPr>
            <a:lvl3pPr marL="0" indent="0">
              <a:buNone/>
              <a:defRPr sz="1800" b="0">
                <a:solidFill>
                  <a:sysClr val="windowText" lastClr="000000"/>
                </a:solidFill>
              </a:defRPr>
            </a:lvl3pPr>
            <a:lvl4pPr marL="0" indent="0">
              <a:buNone/>
              <a:defRPr sz="1800" b="0">
                <a:solidFill>
                  <a:sysClr val="windowText" lastClr="000000"/>
                </a:solidFill>
              </a:defRPr>
            </a:lvl4pPr>
            <a:lvl5pPr marL="0" indent="0">
              <a:buNone/>
              <a:defRPr sz="1800" b="0">
                <a:solidFill>
                  <a:sysClr val="windowText" lastClr="000000"/>
                </a:solidFill>
              </a:defRPr>
            </a:lvl5pPr>
            <a:lvl6pPr marL="0" indent="0">
              <a:buNone/>
              <a:defRPr sz="1800" b="0">
                <a:solidFill>
                  <a:sysClr val="windowText" lastClr="000000"/>
                </a:solidFill>
              </a:defRPr>
            </a:lvl6pPr>
            <a:lvl7pPr marL="0" indent="0">
              <a:buNone/>
              <a:defRPr sz="1800" b="0">
                <a:solidFill>
                  <a:sysClr val="windowText" lastClr="000000"/>
                </a:solidFill>
              </a:defRPr>
            </a:lvl7pPr>
            <a:lvl8pPr marL="0" indent="0">
              <a:buNone/>
              <a:defRPr sz="1800" b="0">
                <a:solidFill>
                  <a:sysClr val="windowText" lastClr="000000"/>
                </a:solidFill>
              </a:defRPr>
            </a:lvl8pPr>
            <a:lvl9pPr marL="0" indent="0">
              <a:buNone/>
              <a:defRPr sz="1800" b="0">
                <a:solidFill>
                  <a:sysClr val="windowText" lastClr="000000"/>
                </a:solidFill>
              </a:defRPr>
            </a:lvl9pPr>
          </a:lstStyle>
          <a:p>
            <a:pPr lvl="0"/>
            <a:r>
              <a:rPr lang="de-DE" dirty="0"/>
              <a:t>Untertitel der Präsentation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3B848A8E-C4AA-4776-8067-C3F67558CA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014" y="5442518"/>
            <a:ext cx="8713711" cy="540000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buNone/>
              <a:defRPr sz="1400" b="0">
                <a:solidFill>
                  <a:schemeClr val="tx1"/>
                </a:solidFill>
              </a:defRPr>
            </a:lvl9pPr>
          </a:lstStyle>
          <a:p>
            <a:r>
              <a:rPr lang="de-DE" dirty="0"/>
              <a:t>Vor- und Nachname Autor</a:t>
            </a:r>
          </a:p>
          <a:p>
            <a:pPr lvl="0"/>
            <a:r>
              <a:rPr lang="de-DE" dirty="0"/>
              <a:t>TT.MM.JJJJ | Ort</a:t>
            </a: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C2D03126-925C-40EC-8310-3178906467B1}"/>
              </a:ext>
            </a:extLst>
          </p:cNvPr>
          <p:cNvSpPr/>
          <p:nvPr userDrawn="1"/>
        </p:nvSpPr>
        <p:spPr bwMode="gray">
          <a:xfrm>
            <a:off x="11087176" y="5543713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0" name="Rechteck 159">
            <a:extLst>
              <a:ext uri="{FF2B5EF4-FFF2-40B4-BE49-F238E27FC236}">
                <a16:creationId xmlns:a16="http://schemas.microsoft.com/office/drawing/2014/main" id="{29F9E01F-2219-4CB0-B68E-9CB9BAD685DC}"/>
              </a:ext>
            </a:extLst>
          </p:cNvPr>
          <p:cNvSpPr/>
          <p:nvPr userDrawn="1"/>
        </p:nvSpPr>
        <p:spPr bwMode="gray">
          <a:xfrm>
            <a:off x="11087176" y="3959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2" name="Rechteck 161">
            <a:extLst>
              <a:ext uri="{FF2B5EF4-FFF2-40B4-BE49-F238E27FC236}">
                <a16:creationId xmlns:a16="http://schemas.microsoft.com/office/drawing/2014/main" id="{EF618D3B-6754-4F49-9961-A18D5F08902E}"/>
              </a:ext>
            </a:extLst>
          </p:cNvPr>
          <p:cNvSpPr/>
          <p:nvPr userDrawn="1"/>
        </p:nvSpPr>
        <p:spPr bwMode="gray">
          <a:xfrm>
            <a:off x="9503004" y="3959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4" name="Rechteck 163">
            <a:extLst>
              <a:ext uri="{FF2B5EF4-FFF2-40B4-BE49-F238E27FC236}">
                <a16:creationId xmlns:a16="http://schemas.microsoft.com/office/drawing/2014/main" id="{B3422F05-5790-4345-B3C0-09478627D2B3}"/>
              </a:ext>
            </a:extLst>
          </p:cNvPr>
          <p:cNvSpPr/>
          <p:nvPr userDrawn="1"/>
        </p:nvSpPr>
        <p:spPr bwMode="gray">
          <a:xfrm>
            <a:off x="10295089" y="5543713"/>
            <a:ext cx="792085" cy="792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283AD89D-B8EB-44D9-BBE6-AE6040DEE71F}"/>
              </a:ext>
            </a:extLst>
          </p:cNvPr>
          <p:cNvSpPr/>
          <p:nvPr userDrawn="1"/>
        </p:nvSpPr>
        <p:spPr bwMode="gray">
          <a:xfrm>
            <a:off x="10295089" y="4751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EFFC704-D5BE-4AF3-A24D-546A9BC0ED1F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D4E03CF-73B9-4666-AE92-6D65D1496FD2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823F964C-90E3-40BF-B15E-C3A4BA0FA587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D4144705-EEB1-4815-B340-CB8FF320442F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5AAEDB59-0E92-41AF-BB0F-D9542C4A43D8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B8021FF5-796A-43F3-9086-838605FF1D30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6A406CBE-5D69-40EA-A6DA-CA62F46E3395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2D20720B-1CAD-4151-BC76-60977B149893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9170AE4F-BD0D-42D0-AFC1-6FDD6722F281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423A29F4-6498-4603-B196-33F709FE053D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C8EBDF72-18D9-40B5-90B1-1AC817C4FE5F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274CDFC0-DF83-4892-A55B-68B1B349CEE7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39607B0E-7377-4260-81BD-D54FA1A7F067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768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| 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61A5CD0-B5CB-4D87-837D-06064B06A225}"/>
              </a:ext>
            </a:extLst>
          </p:cNvPr>
          <p:cNvSpPr/>
          <p:nvPr userDrawn="1"/>
        </p:nvSpPr>
        <p:spPr bwMode="ltGray">
          <a:xfrm>
            <a:off x="0" y="0"/>
            <a:ext cx="11879261" cy="6335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99D3C98-D3C3-4D70-9705-A2A630FA61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95014" y="1007784"/>
            <a:ext cx="8712000" cy="1512000"/>
          </a:xfrm>
        </p:spPr>
        <p:txBody>
          <a:bodyPr/>
          <a:lstStyle>
            <a:lvl1pPr>
              <a:defRPr sz="3600" b="1" spc="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  <a:br>
              <a:rPr lang="de-DE" dirty="0"/>
            </a:br>
            <a:r>
              <a:rPr lang="de-DE" dirty="0"/>
              <a:t>darf auch zweizeilig sein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42FA83A-1852-4C32-85F8-FA1B9D8EE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96727" y="2699908"/>
            <a:ext cx="8712000" cy="936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Untertitel der Präsentation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3B848A8E-C4AA-4776-8067-C3F67558CA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395014" y="5443200"/>
            <a:ext cx="8063615" cy="540000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buNone/>
              <a:defRPr sz="1400" b="0">
                <a:solidFill>
                  <a:schemeClr val="bg1"/>
                </a:solidFill>
              </a:defRPr>
            </a:lvl9pPr>
          </a:lstStyle>
          <a:p>
            <a:r>
              <a:rPr lang="de-DE" dirty="0"/>
              <a:t>Vor- und Nachname Autor</a:t>
            </a:r>
          </a:p>
          <a:p>
            <a:pPr lvl="0"/>
            <a:r>
              <a:rPr lang="de-DE" dirty="0"/>
              <a:t>TT.MM.JJJJ | Ort</a:t>
            </a: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C2D03126-925C-40EC-8310-3178906467B1}"/>
              </a:ext>
            </a:extLst>
          </p:cNvPr>
          <p:cNvSpPr/>
          <p:nvPr userDrawn="1"/>
        </p:nvSpPr>
        <p:spPr bwMode="gray">
          <a:xfrm>
            <a:off x="11087176" y="5543713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0" name="Rechteck 159">
            <a:extLst>
              <a:ext uri="{FF2B5EF4-FFF2-40B4-BE49-F238E27FC236}">
                <a16:creationId xmlns:a16="http://schemas.microsoft.com/office/drawing/2014/main" id="{29F9E01F-2219-4CB0-B68E-9CB9BAD685DC}"/>
              </a:ext>
            </a:extLst>
          </p:cNvPr>
          <p:cNvSpPr/>
          <p:nvPr userDrawn="1"/>
        </p:nvSpPr>
        <p:spPr bwMode="gray">
          <a:xfrm>
            <a:off x="11087176" y="3959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2" name="Rechteck 161">
            <a:extLst>
              <a:ext uri="{FF2B5EF4-FFF2-40B4-BE49-F238E27FC236}">
                <a16:creationId xmlns:a16="http://schemas.microsoft.com/office/drawing/2014/main" id="{EF618D3B-6754-4F49-9961-A18D5F08902E}"/>
              </a:ext>
            </a:extLst>
          </p:cNvPr>
          <p:cNvSpPr/>
          <p:nvPr userDrawn="1"/>
        </p:nvSpPr>
        <p:spPr bwMode="gray">
          <a:xfrm>
            <a:off x="9503004" y="3959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4" name="Rechteck 163">
            <a:extLst>
              <a:ext uri="{FF2B5EF4-FFF2-40B4-BE49-F238E27FC236}">
                <a16:creationId xmlns:a16="http://schemas.microsoft.com/office/drawing/2014/main" id="{B3422F05-5790-4345-B3C0-09478627D2B3}"/>
              </a:ext>
            </a:extLst>
          </p:cNvPr>
          <p:cNvSpPr/>
          <p:nvPr userDrawn="1"/>
        </p:nvSpPr>
        <p:spPr bwMode="gray">
          <a:xfrm>
            <a:off x="10295089" y="5543713"/>
            <a:ext cx="792085" cy="792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283AD89D-B8EB-44D9-BBE6-AE6040DEE71F}"/>
              </a:ext>
            </a:extLst>
          </p:cNvPr>
          <p:cNvSpPr/>
          <p:nvPr userDrawn="1"/>
        </p:nvSpPr>
        <p:spPr bwMode="gray">
          <a:xfrm>
            <a:off x="10295089" y="4751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ADC5312D-50B4-477C-8EAB-F7E1F0FE5B7E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06259525-5BD4-4F90-ABCE-D18928784158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197DCC31-CA5D-493A-A842-33259D110BDC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FC9A9B67-0838-4FD4-8C51-9E2146656E3C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242E6FFB-5C1B-452B-B9FF-C32F7EB3F825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E86F18A1-965D-4883-AB15-7A8A9D9E8D6A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3EB9F0E8-8299-446B-AEB2-C1E3995C2010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366F9EC9-3584-4B2A-831C-C69DBEEFBD5A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5E574229-3ADA-4558-A75D-6A16A92BB915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E3F36118-0329-4EA1-AE0D-B0829B20F2EA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D944FF5-A0F9-45AF-8280-9612C974884D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169CD59A-9AF9-4A76-8C2D-C4D1C037105E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9BDFB9C8-B51A-4297-9FE9-39C5E5964B92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943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|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5651713"/>
            <a:ext cx="1547044" cy="28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99D3C98-D3C3-4D70-9705-A2A630FA61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15" y="1007784"/>
            <a:ext cx="3958539" cy="1512000"/>
          </a:xfrm>
        </p:spPr>
        <p:txBody>
          <a:bodyPr/>
          <a:lstStyle>
            <a:lvl1pPr>
              <a:defRPr sz="3600" b="1" spc="0" baseline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42FA83A-1852-4C32-85F8-FA1B9D8EE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727" y="2699908"/>
            <a:ext cx="3958728" cy="936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ysClr val="windowText" lastClr="000000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ysClr val="windowText" lastClr="000000"/>
                </a:solidFill>
              </a:defRPr>
            </a:lvl2pPr>
            <a:lvl3pPr marL="0" indent="0">
              <a:buNone/>
              <a:defRPr sz="1800" b="0">
                <a:solidFill>
                  <a:sysClr val="windowText" lastClr="000000"/>
                </a:solidFill>
              </a:defRPr>
            </a:lvl3pPr>
            <a:lvl4pPr marL="0" indent="0">
              <a:buNone/>
              <a:defRPr sz="1800" b="0">
                <a:solidFill>
                  <a:sysClr val="windowText" lastClr="000000"/>
                </a:solidFill>
              </a:defRPr>
            </a:lvl4pPr>
            <a:lvl5pPr marL="0" indent="0">
              <a:buNone/>
              <a:defRPr sz="1800" b="0">
                <a:solidFill>
                  <a:sysClr val="windowText" lastClr="000000"/>
                </a:solidFill>
              </a:defRPr>
            </a:lvl5pPr>
            <a:lvl6pPr marL="0" indent="0">
              <a:buNone/>
              <a:defRPr sz="1800" b="0">
                <a:solidFill>
                  <a:sysClr val="windowText" lastClr="000000"/>
                </a:solidFill>
              </a:defRPr>
            </a:lvl6pPr>
            <a:lvl7pPr marL="0" indent="0">
              <a:buNone/>
              <a:defRPr sz="1800" b="0">
                <a:solidFill>
                  <a:sysClr val="windowText" lastClr="000000"/>
                </a:solidFill>
              </a:defRPr>
            </a:lvl7pPr>
            <a:lvl8pPr marL="0" indent="0">
              <a:buNone/>
              <a:defRPr sz="1800" b="0">
                <a:solidFill>
                  <a:sysClr val="windowText" lastClr="000000"/>
                </a:solidFill>
              </a:defRPr>
            </a:lvl8pPr>
            <a:lvl9pPr marL="0" indent="0">
              <a:buNone/>
              <a:defRPr sz="1800" b="0">
                <a:solidFill>
                  <a:sysClr val="windowText" lastClr="000000"/>
                </a:solidFill>
              </a:defRPr>
            </a:lvl9pPr>
          </a:lstStyle>
          <a:p>
            <a:pPr lvl="0"/>
            <a:r>
              <a:rPr lang="de-DE" dirty="0"/>
              <a:t>Untertitel der Präsentation</a:t>
            </a:r>
          </a:p>
        </p:txBody>
      </p:sp>
      <p:sp>
        <p:nvSpPr>
          <p:cNvPr id="167" name="Bildplatzhalter 166">
            <a:extLst>
              <a:ext uri="{FF2B5EF4-FFF2-40B4-BE49-F238E27FC236}">
                <a16:creationId xmlns:a16="http://schemas.microsoft.com/office/drawing/2014/main" id="{28AF84DA-6B48-4D2C-8729-617F179EAA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51503" y="792163"/>
            <a:ext cx="7127760" cy="3959549"/>
          </a:xfrm>
          <a:custGeom>
            <a:avLst/>
            <a:gdLst>
              <a:gd name="connsiteX0" fmla="*/ 0 w 7127760"/>
              <a:gd name="connsiteY0" fmla="*/ 0 h 3959549"/>
              <a:gd name="connsiteX1" fmla="*/ 6335756 w 7127760"/>
              <a:gd name="connsiteY1" fmla="*/ 0 h 3959549"/>
              <a:gd name="connsiteX2" fmla="*/ 6335756 w 7127760"/>
              <a:gd name="connsiteY2" fmla="*/ 791837 h 3959549"/>
              <a:gd name="connsiteX3" fmla="*/ 7127760 w 7127760"/>
              <a:gd name="connsiteY3" fmla="*/ 791837 h 3959549"/>
              <a:gd name="connsiteX4" fmla="*/ 7127760 w 7127760"/>
              <a:gd name="connsiteY4" fmla="*/ 3959549 h 3959549"/>
              <a:gd name="connsiteX5" fmla="*/ 0 w 7127760"/>
              <a:gd name="connsiteY5" fmla="*/ 3959549 h 3959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7760" h="3959549">
                <a:moveTo>
                  <a:pt x="0" y="0"/>
                </a:moveTo>
                <a:lnTo>
                  <a:pt x="6335756" y="0"/>
                </a:lnTo>
                <a:lnTo>
                  <a:pt x="6335756" y="791837"/>
                </a:lnTo>
                <a:lnTo>
                  <a:pt x="7127760" y="791837"/>
                </a:lnTo>
                <a:lnTo>
                  <a:pt x="7127760" y="3959549"/>
                </a:lnTo>
                <a:lnTo>
                  <a:pt x="0" y="3959549"/>
                </a:lnTo>
                <a:close/>
              </a:path>
            </a:pathLst>
          </a:custGeom>
          <a:noFill/>
        </p:spPr>
        <p:txBody>
          <a:bodyPr wrap="square" bIns="864000"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  <a:lvl2pPr algn="ctr">
              <a:defRPr sz="1000"/>
            </a:lvl2pPr>
          </a:lstStyle>
          <a:p>
            <a:pPr lvl="0"/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374F586-099F-4355-97CC-8BCE3ED3C3F6}"/>
              </a:ext>
            </a:extLst>
          </p:cNvPr>
          <p:cNvSpPr/>
          <p:nvPr userDrawn="1"/>
        </p:nvSpPr>
        <p:spPr bwMode="gray">
          <a:xfrm>
            <a:off x="11087175" y="0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FB0C613-0D19-49FE-A909-F0CAD4B396D9}"/>
              </a:ext>
            </a:extLst>
          </p:cNvPr>
          <p:cNvSpPr/>
          <p:nvPr userDrawn="1"/>
        </p:nvSpPr>
        <p:spPr bwMode="gray">
          <a:xfrm>
            <a:off x="3959418" y="0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8113A1D-1DFA-49FB-9EB7-B854A277A031}"/>
              </a:ext>
            </a:extLst>
          </p:cNvPr>
          <p:cNvSpPr/>
          <p:nvPr userDrawn="1"/>
        </p:nvSpPr>
        <p:spPr bwMode="gray">
          <a:xfrm>
            <a:off x="10295089" y="0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AFFC5E3-B7BA-4E60-861B-E8F621218A76}"/>
              </a:ext>
            </a:extLst>
          </p:cNvPr>
          <p:cNvSpPr/>
          <p:nvPr userDrawn="1"/>
        </p:nvSpPr>
        <p:spPr bwMode="gray">
          <a:xfrm>
            <a:off x="3167333" y="5543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44D986F-0666-4424-89D0-5A2F7B3223C5}"/>
              </a:ext>
            </a:extLst>
          </p:cNvPr>
          <p:cNvSpPr/>
          <p:nvPr userDrawn="1"/>
        </p:nvSpPr>
        <p:spPr bwMode="gray">
          <a:xfrm>
            <a:off x="3959418" y="4751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ED1F647-AC3D-4A9A-8BE2-AF9E5F21A19E}"/>
              </a:ext>
            </a:extLst>
          </p:cNvPr>
          <p:cNvSpPr/>
          <p:nvPr userDrawn="1"/>
        </p:nvSpPr>
        <p:spPr bwMode="gray">
          <a:xfrm>
            <a:off x="3959418" y="3959713"/>
            <a:ext cx="792085" cy="792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6E98A78-B916-471C-8761-9164E4A26AF6}"/>
              </a:ext>
            </a:extLst>
          </p:cNvPr>
          <p:cNvSpPr/>
          <p:nvPr userDrawn="1"/>
        </p:nvSpPr>
        <p:spPr bwMode="gray">
          <a:xfrm>
            <a:off x="4751503" y="4751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F1798638-7478-4B73-A52B-43C2C477D1CC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22254704-450F-4774-B06F-66F2F6327017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CCDB08FD-2DD7-4A2F-A161-961789A20D52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886EE24F-76E6-4336-A39F-82ED846FC0F1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4243D16E-F3E9-4DA7-A4B5-6D4102DD61FF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BD765436-6074-4334-8C71-49155D4910AB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6F5817C5-8C93-40A2-AA30-CD474FD62201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897292EE-26FC-4DF4-BFE2-CC41BC107302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47796884-25DF-4216-9AB4-AC6B9D51F26C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FC59A0D9-FFD8-4D34-8C24-6DB4666718D9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platzhalter 16">
            <a:extLst>
              <a:ext uri="{FF2B5EF4-FFF2-40B4-BE49-F238E27FC236}">
                <a16:creationId xmlns:a16="http://schemas.microsoft.com/office/drawing/2014/main" id="{F88A5E58-FD56-4972-8EA1-6075B30713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015" y="3923940"/>
            <a:ext cx="3168352" cy="5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buNone/>
              <a:defRPr sz="1400" b="0">
                <a:solidFill>
                  <a:schemeClr val="tx1"/>
                </a:solidFill>
              </a:defRPr>
            </a:lvl9pPr>
          </a:lstStyle>
          <a:p>
            <a:r>
              <a:rPr lang="de-DE" dirty="0"/>
              <a:t>Vor- und Nachname Autor</a:t>
            </a:r>
          </a:p>
          <a:p>
            <a:pPr lvl="0"/>
            <a:r>
              <a:rPr lang="de-DE" dirty="0"/>
              <a:t>TT.MM.JJJJ | Ort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89D3849C-8B87-498C-9968-D7050F75A637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A769BED3-302F-406F-9AE8-C9E79FDB5B50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7576C54C-AA0F-45AE-A527-A37687968686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89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|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Bildplatzhalter 3">
            <a:extLst>
              <a:ext uri="{FF2B5EF4-FFF2-40B4-BE49-F238E27FC236}">
                <a16:creationId xmlns:a16="http://schemas.microsoft.com/office/drawing/2014/main" id="{22CCBB05-AA86-4CD3-8025-9235510DEA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9032" y="0"/>
            <a:ext cx="7920231" cy="6335713"/>
          </a:xfrm>
          <a:noFill/>
        </p:spPr>
        <p:txBody>
          <a:bodyPr vert="horz" wrap="square" lIns="0" tIns="0" rIns="0" bIns="864000" rtlCol="0" anchor="ctr" anchorCtr="1">
            <a:noAutofit/>
          </a:bodyPr>
          <a:lstStyle>
            <a:lvl1pPr marL="0" indent="0" algn="ctr">
              <a:buNone/>
              <a:defRPr lang="de-DE" sz="1000" b="0" dirty="0" smtClean="0">
                <a:solidFill>
                  <a:sysClr val="windowText" lastClr="000000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51" name="Freihandform: Form 150">
            <a:extLst>
              <a:ext uri="{FF2B5EF4-FFF2-40B4-BE49-F238E27FC236}">
                <a16:creationId xmlns:a16="http://schemas.microsoft.com/office/drawing/2014/main" id="{AA58B7B5-0EC9-416F-A0F0-206CB362E101}"/>
              </a:ext>
            </a:extLst>
          </p:cNvPr>
          <p:cNvSpPr/>
          <p:nvPr userDrawn="1"/>
        </p:nvSpPr>
        <p:spPr bwMode="ltGray">
          <a:xfrm>
            <a:off x="-1" y="0"/>
            <a:ext cx="3959418" cy="6335712"/>
          </a:xfrm>
          <a:custGeom>
            <a:avLst/>
            <a:gdLst>
              <a:gd name="connsiteX0" fmla="*/ 0 w 3959418"/>
              <a:gd name="connsiteY0" fmla="*/ 0 h 6335712"/>
              <a:gd name="connsiteX1" fmla="*/ 3959418 w 3959418"/>
              <a:gd name="connsiteY1" fmla="*/ 0 h 6335712"/>
              <a:gd name="connsiteX2" fmla="*/ 3959418 w 3959418"/>
              <a:gd name="connsiteY2" fmla="*/ 4751713 h 6335712"/>
              <a:gd name="connsiteX3" fmla="*/ 3167333 w 3959418"/>
              <a:gd name="connsiteY3" fmla="*/ 4751713 h 6335712"/>
              <a:gd name="connsiteX4" fmla="*/ 3167333 w 3959418"/>
              <a:gd name="connsiteY4" fmla="*/ 5543713 h 6335712"/>
              <a:gd name="connsiteX5" fmla="*/ 3959418 w 3959418"/>
              <a:gd name="connsiteY5" fmla="*/ 5543713 h 6335712"/>
              <a:gd name="connsiteX6" fmla="*/ 3959418 w 3959418"/>
              <a:gd name="connsiteY6" fmla="*/ 6335712 h 6335712"/>
              <a:gd name="connsiteX7" fmla="*/ 0 w 3959418"/>
              <a:gd name="connsiteY7" fmla="*/ 6335712 h 6335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9418" h="6335712">
                <a:moveTo>
                  <a:pt x="0" y="0"/>
                </a:moveTo>
                <a:lnTo>
                  <a:pt x="3959418" y="0"/>
                </a:lnTo>
                <a:lnTo>
                  <a:pt x="3959418" y="4751713"/>
                </a:lnTo>
                <a:lnTo>
                  <a:pt x="3167333" y="4751713"/>
                </a:lnTo>
                <a:lnTo>
                  <a:pt x="3167333" y="5543713"/>
                </a:lnTo>
                <a:lnTo>
                  <a:pt x="3959418" y="5543713"/>
                </a:lnTo>
                <a:lnTo>
                  <a:pt x="3959418" y="6335712"/>
                </a:lnTo>
                <a:lnTo>
                  <a:pt x="0" y="6335712"/>
                </a:lnTo>
                <a:close/>
              </a:path>
            </a:pathLst>
          </a:cu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64" y="5651713"/>
            <a:ext cx="1547044" cy="28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99D3C98-D3C3-4D70-9705-A2A630FA614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395016" y="611572"/>
            <a:ext cx="3168000" cy="1512000"/>
          </a:xfrm>
        </p:spPr>
        <p:txBody>
          <a:bodyPr/>
          <a:lstStyle>
            <a:lvl1pPr>
              <a:defRPr sz="3600" b="1" spc="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42FA83A-1852-4C32-85F8-FA1B9D8EEEB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white">
          <a:xfrm>
            <a:off x="396727" y="2303696"/>
            <a:ext cx="3168000" cy="936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Untertitel der Präsentation</a:t>
            </a:r>
          </a:p>
        </p:txBody>
      </p:sp>
      <p:sp>
        <p:nvSpPr>
          <p:cNvPr id="153" name="Textplatzhalter 8">
            <a:extLst>
              <a:ext uri="{FF2B5EF4-FFF2-40B4-BE49-F238E27FC236}">
                <a16:creationId xmlns:a16="http://schemas.microsoft.com/office/drawing/2014/main" id="{32640E6D-F247-4DAD-9ECC-D953DF2185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59032" y="5543713"/>
            <a:ext cx="792000" cy="792000"/>
          </a:xfrm>
          <a:solidFill>
            <a:schemeClr val="tx2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6" name="Textplatzhalter 8">
            <a:extLst>
              <a:ext uri="{FF2B5EF4-FFF2-40B4-BE49-F238E27FC236}">
                <a16:creationId xmlns:a16="http://schemas.microsoft.com/office/drawing/2014/main" id="{0C46F2AD-4452-4A89-A89F-683AC0EBB4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59032" y="4751713"/>
            <a:ext cx="792000" cy="792000"/>
          </a:xfrm>
          <a:solidFill>
            <a:schemeClr val="tx1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01" name="Textplatzhalter 8">
            <a:extLst>
              <a:ext uri="{FF2B5EF4-FFF2-40B4-BE49-F238E27FC236}">
                <a16:creationId xmlns:a16="http://schemas.microsoft.com/office/drawing/2014/main" id="{04D2A3A0-3F15-4A60-85C4-BF4EA76620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9418" y="163"/>
            <a:ext cx="792000" cy="792000"/>
          </a:xfrm>
          <a:solidFill>
            <a:schemeClr val="accent2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439" name="Textplatzhalter 8">
            <a:extLst>
              <a:ext uri="{FF2B5EF4-FFF2-40B4-BE49-F238E27FC236}">
                <a16:creationId xmlns:a16="http://schemas.microsoft.com/office/drawing/2014/main" id="{683DCEF4-1780-46DC-8791-837C9157A8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59418" y="791713"/>
            <a:ext cx="792000" cy="792000"/>
          </a:xfrm>
          <a:solidFill>
            <a:schemeClr val="tx2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442" name="Textplatzhalter 8">
            <a:extLst>
              <a:ext uri="{FF2B5EF4-FFF2-40B4-BE49-F238E27FC236}">
                <a16:creationId xmlns:a16="http://schemas.microsoft.com/office/drawing/2014/main" id="{B75E7DD7-4020-41E7-8691-7FC08268E1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1503" y="1583713"/>
            <a:ext cx="792000" cy="792000"/>
          </a:xfrm>
          <a:solidFill>
            <a:schemeClr val="accent3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443" name="Textplatzhalter 8">
            <a:extLst>
              <a:ext uri="{FF2B5EF4-FFF2-40B4-BE49-F238E27FC236}">
                <a16:creationId xmlns:a16="http://schemas.microsoft.com/office/drawing/2014/main" id="{C28A361F-D0DD-49D4-9BA3-8B87D6CCA3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43588" y="791713"/>
            <a:ext cx="792000" cy="792000"/>
          </a:xfrm>
          <a:solidFill>
            <a:schemeClr val="accent3"/>
          </a:solidFill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0FCE678B-25DC-4C00-A04A-83BC10D6259B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38438DF0-DA3B-4DED-BFBD-5171F3AA911A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2E632A49-D75C-49BA-AAF1-CAC98E1D2A14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11912D0D-117F-4F36-9735-737A38B285EA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B0034306-5CB6-48D8-A0DE-01E49BDBBEBC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02D65200-3A24-4176-AEFB-6FA2FE37AFDF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CA26E9AC-6EE2-4402-80DF-798A37D89A3C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A2F2B9DC-7034-42EC-B25A-0E40318628D8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5A6BD8B0-7E08-4FA7-8178-768BE99D9807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B027C130-E373-4AC4-ACE7-C8DF3A8C7927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platzhalter 16">
            <a:extLst>
              <a:ext uri="{FF2B5EF4-FFF2-40B4-BE49-F238E27FC236}">
                <a16:creationId xmlns:a16="http://schemas.microsoft.com/office/drawing/2014/main" id="{00384C23-5EA5-401F-A60E-C087FB6F74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395014" y="3599936"/>
            <a:ext cx="3169713" cy="5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Vor- und Nachname Autor</a:t>
            </a:r>
          </a:p>
          <a:p>
            <a:pPr lvl="0"/>
            <a:r>
              <a:rPr lang="de-DE" dirty="0"/>
              <a:t>TT.MM.JJJJ | Ort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DA6FB3C1-4AA4-425A-94CD-43109E101F0F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F330ACAD-F852-4F00-88C4-CD327243138B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E20DDAE0-1835-4136-9D5A-D9D3BFA8C8F2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03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|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42FA83A-1852-4C32-85F8-FA1B9D8EE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3287" y="2322000"/>
            <a:ext cx="5544916" cy="3019371"/>
          </a:xfrm>
        </p:spPr>
        <p:txBody>
          <a:bodyPr numCol="1" spcCol="792000"/>
          <a:lstStyle>
            <a:lvl1pPr marL="216000" indent="-216000">
              <a:spcBef>
                <a:spcPts val="1200"/>
              </a:spcBef>
              <a:buClrTx/>
              <a:buSzPct val="100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</a:defRPr>
            </a:lvl1pPr>
            <a:lvl2pPr marL="216000" indent="-216000">
              <a:spcBef>
                <a:spcPts val="1200"/>
              </a:spcBef>
              <a:buClrTx/>
              <a:buSzPct val="100000"/>
              <a:buFont typeface="Wingdings" panose="05000000000000000000" pitchFamily="2" charset="2"/>
              <a:buChar char="§"/>
              <a:defRPr sz="2400" b="0">
                <a:solidFill>
                  <a:schemeClr val="tx1"/>
                </a:solidFill>
              </a:defRPr>
            </a:lvl2pPr>
            <a:lvl3pPr marL="216000" indent="0">
              <a:spcBef>
                <a:spcPts val="1200"/>
              </a:spcBef>
              <a:buClrTx/>
              <a:buFontTx/>
              <a:buNone/>
              <a:defRPr sz="2400" b="0">
                <a:solidFill>
                  <a:schemeClr val="tx1"/>
                </a:solidFill>
              </a:defRPr>
            </a:lvl3pPr>
            <a:lvl4pPr marL="216000" indent="0">
              <a:spcBef>
                <a:spcPts val="1200"/>
              </a:spcBef>
              <a:buClrTx/>
              <a:buFontTx/>
              <a:buNone/>
              <a:defRPr sz="2400" b="0">
                <a:solidFill>
                  <a:schemeClr val="tx1"/>
                </a:solidFill>
              </a:defRPr>
            </a:lvl4pPr>
            <a:lvl5pPr marL="216000" indent="0">
              <a:spcBef>
                <a:spcPts val="1200"/>
              </a:spcBef>
              <a:buClrTx/>
              <a:buFontTx/>
              <a:buNone/>
              <a:defRPr sz="2400" b="0">
                <a:solidFill>
                  <a:schemeClr val="tx1"/>
                </a:solidFill>
              </a:defRPr>
            </a:lvl5pPr>
            <a:lvl6pPr marL="216000" indent="0">
              <a:spcBef>
                <a:spcPts val="1200"/>
              </a:spcBef>
              <a:buClrTx/>
              <a:buFontTx/>
              <a:buNone/>
              <a:defRPr sz="2400" b="0">
                <a:solidFill>
                  <a:schemeClr val="tx1"/>
                </a:solidFill>
              </a:defRPr>
            </a:lvl6pPr>
            <a:lvl7pPr marL="216000" indent="0">
              <a:spcBef>
                <a:spcPts val="1200"/>
              </a:spcBef>
              <a:buClrTx/>
              <a:buFontTx/>
              <a:buNone/>
              <a:defRPr sz="2400" b="0">
                <a:solidFill>
                  <a:schemeClr val="tx1"/>
                </a:solidFill>
              </a:defRPr>
            </a:lvl7pPr>
            <a:lvl8pPr marL="216000" indent="0">
              <a:spcBef>
                <a:spcPts val="1200"/>
              </a:spcBef>
              <a:buClrTx/>
              <a:buFontTx/>
              <a:buNone/>
              <a:defRPr sz="2400" b="0">
                <a:solidFill>
                  <a:schemeClr val="tx1"/>
                </a:solidFill>
              </a:defRPr>
            </a:lvl8pPr>
            <a:lvl9pPr marL="216000" indent="0">
              <a:spcBef>
                <a:spcPts val="1200"/>
              </a:spcBef>
              <a:buClrTx/>
              <a:buFontTx/>
              <a:buNone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03F9C55-1767-45D2-87AF-7F784CFECC0B}"/>
              </a:ext>
            </a:extLst>
          </p:cNvPr>
          <p:cNvSpPr/>
          <p:nvPr userDrawn="1"/>
        </p:nvSpPr>
        <p:spPr bwMode="gray">
          <a:xfrm>
            <a:off x="0" y="1583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11EC3D9-EA14-4EEE-8576-CEB5BED0AA18}"/>
              </a:ext>
            </a:extLst>
          </p:cNvPr>
          <p:cNvSpPr/>
          <p:nvPr userDrawn="1"/>
        </p:nvSpPr>
        <p:spPr bwMode="gray">
          <a:xfrm>
            <a:off x="1584170" y="2375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F92DB8C-4D01-4DE8-B94C-6453F2A3FB45}"/>
              </a:ext>
            </a:extLst>
          </p:cNvPr>
          <p:cNvSpPr/>
          <p:nvPr userDrawn="1"/>
        </p:nvSpPr>
        <p:spPr bwMode="gray">
          <a:xfrm>
            <a:off x="1584170" y="1583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6ED10D-51B2-442A-90DD-36439C82FAED}"/>
              </a:ext>
            </a:extLst>
          </p:cNvPr>
          <p:cNvSpPr/>
          <p:nvPr userDrawn="1"/>
        </p:nvSpPr>
        <p:spPr bwMode="gray">
          <a:xfrm>
            <a:off x="2376255" y="1583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585FD67-6704-4E86-B6E4-ED6F45997222}"/>
              </a:ext>
            </a:extLst>
          </p:cNvPr>
          <p:cNvSpPr/>
          <p:nvPr userDrawn="1"/>
        </p:nvSpPr>
        <p:spPr bwMode="gray">
          <a:xfrm>
            <a:off x="792085" y="791713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F78F0B4B-7A20-4B5B-8B9D-BDD888362738}"/>
              </a:ext>
            </a:extLst>
          </p:cNvPr>
          <p:cNvSpPr/>
          <p:nvPr userDrawn="1"/>
        </p:nvSpPr>
        <p:spPr bwMode="gray">
          <a:xfrm>
            <a:off x="1584170" y="791713"/>
            <a:ext cx="792085" cy="792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6EE18F80-A702-40A2-8B9F-B2C07C99D3DF}"/>
              </a:ext>
            </a:extLst>
          </p:cNvPr>
          <p:cNvSpPr/>
          <p:nvPr userDrawn="1"/>
        </p:nvSpPr>
        <p:spPr bwMode="gray">
          <a:xfrm>
            <a:off x="0" y="0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6D3B9504-22EE-49E7-ACDB-A2C1ABC196ED}"/>
              </a:ext>
            </a:extLst>
          </p:cNvPr>
          <p:cNvSpPr/>
          <p:nvPr userDrawn="1"/>
        </p:nvSpPr>
        <p:spPr bwMode="gray">
          <a:xfrm>
            <a:off x="792085" y="0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" name="Textfeld 162">
            <a:extLst>
              <a:ext uri="{FF2B5EF4-FFF2-40B4-BE49-F238E27FC236}">
                <a16:creationId xmlns:a16="http://schemas.microsoft.com/office/drawing/2014/main" id="{062E76F6-14E3-43DC-A946-DBBC71D9C9B5}"/>
              </a:ext>
            </a:extLst>
          </p:cNvPr>
          <p:cNvSpPr txBox="1"/>
          <p:nvPr userDrawn="1"/>
        </p:nvSpPr>
        <p:spPr>
          <a:xfrm>
            <a:off x="395015" y="5348772"/>
            <a:ext cx="3096344" cy="699404"/>
          </a:xfrm>
          <a:prstGeom prst="rect">
            <a:avLst/>
          </a:prstGeom>
          <a:noFill/>
        </p:spPr>
        <p:txBody>
          <a:bodyPr wrap="square" lIns="0" tIns="144000" rIns="0" bIns="0" rtlCol="0">
            <a:spAutoFit/>
          </a:bodyPr>
          <a:lstStyle/>
          <a:p>
            <a:pPr marL="0" indent="0">
              <a:spcBef>
                <a:spcPts val="60"/>
              </a:spcBef>
              <a:buClr>
                <a:schemeClr val="tx2"/>
              </a:buClr>
              <a:buSzPct val="150000"/>
              <a:buFont typeface="Calibri" panose="020F0502020204030204" pitchFamily="34" charset="0"/>
              <a:buNone/>
            </a:pPr>
            <a:r>
              <a:rPr lang="de-DE" sz="3600" b="1" cap="all" baseline="0" dirty="0">
                <a:solidFill>
                  <a:schemeClr val="tx1"/>
                </a:solidFill>
              </a:rPr>
              <a:t>Agenda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F189AEE-58A4-4EEF-8009-868AA46BB549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13310F6B-3362-42EA-A348-6F03C12F2CB2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47F2CBE5-E392-434D-A4DB-F848E5D5C7BD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954A0E33-D133-445A-8280-A33B74BA5E16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F5AA101B-0995-4A06-BD74-FF054B329F80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DA06AAD8-6253-438E-8920-AD68F45CC8B6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9EA4AECF-B8FC-46B8-8BB0-ED1375B9DE55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91E7C30B-05E3-44C8-8DD1-6F9BEA8EA9EE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7518AD79-6DA5-45DF-B8D0-81A2A7F6E651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BA0C9308-9B1B-456A-B0E8-9F576B61B154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18CD5979-8FB4-40EE-B12C-FEC845F59B25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7C7AA238-E114-4D9A-9CA1-705247EAC645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D6158E6A-3C16-4571-8074-4FFCFE1DF6C4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929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42FA83A-1852-4C32-85F8-FA1B9D8EE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0203" y="2322801"/>
            <a:ext cx="7128000" cy="3456000"/>
          </a:xfrm>
        </p:spPr>
        <p:txBody>
          <a:bodyPr numCol="2" spcCol="792000"/>
          <a:lstStyle>
            <a:lvl1pPr marL="142875" indent="-142875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</a:defRPr>
            </a:lvl1pPr>
            <a:lvl2pPr marL="144000" indent="0">
              <a:spcBef>
                <a:spcPts val="600"/>
              </a:spcBef>
              <a:buClrTx/>
              <a:buSzPct val="100000"/>
              <a:buFontTx/>
              <a:buNone/>
              <a:defRPr sz="1600" b="0">
                <a:solidFill>
                  <a:schemeClr val="tx1"/>
                </a:solidFill>
              </a:defRPr>
            </a:lvl2pPr>
            <a:lvl3pPr marL="144000" indent="0">
              <a:spcBef>
                <a:spcPts val="600"/>
              </a:spcBef>
              <a:buClrTx/>
              <a:buFontTx/>
              <a:buNone/>
              <a:defRPr sz="1600" b="0">
                <a:solidFill>
                  <a:schemeClr val="tx1"/>
                </a:solidFill>
              </a:defRPr>
            </a:lvl3pPr>
            <a:lvl4pPr marL="144000" indent="0">
              <a:spcBef>
                <a:spcPts val="600"/>
              </a:spcBef>
              <a:buClrTx/>
              <a:buFontTx/>
              <a:buNone/>
              <a:defRPr sz="1600" b="0">
                <a:solidFill>
                  <a:schemeClr val="tx1"/>
                </a:solidFill>
              </a:defRPr>
            </a:lvl4pPr>
            <a:lvl5pPr marL="144000" indent="0">
              <a:spcBef>
                <a:spcPts val="600"/>
              </a:spcBef>
              <a:buClrTx/>
              <a:buFontTx/>
              <a:buNone/>
              <a:defRPr sz="1600" b="0">
                <a:solidFill>
                  <a:schemeClr val="tx1"/>
                </a:solidFill>
              </a:defRPr>
            </a:lvl5pPr>
            <a:lvl6pPr marL="144000" indent="0">
              <a:spcBef>
                <a:spcPts val="600"/>
              </a:spcBef>
              <a:buClrTx/>
              <a:buFontTx/>
              <a:buNone/>
              <a:defRPr sz="1600" b="0">
                <a:solidFill>
                  <a:schemeClr val="tx1"/>
                </a:solidFill>
              </a:defRPr>
            </a:lvl6pPr>
            <a:lvl7pPr marL="144000" indent="0">
              <a:spcBef>
                <a:spcPts val="600"/>
              </a:spcBef>
              <a:buClrTx/>
              <a:buFontTx/>
              <a:buNone/>
              <a:defRPr sz="1600" b="0">
                <a:solidFill>
                  <a:schemeClr val="tx1"/>
                </a:solidFill>
              </a:defRPr>
            </a:lvl7pPr>
            <a:lvl8pPr marL="144000" indent="0">
              <a:spcBef>
                <a:spcPts val="600"/>
              </a:spcBef>
              <a:buClrTx/>
              <a:buFontTx/>
              <a:buNone/>
              <a:defRPr sz="1600" b="0">
                <a:solidFill>
                  <a:schemeClr val="tx1"/>
                </a:solidFill>
              </a:defRPr>
            </a:lvl8pPr>
            <a:lvl9pPr marL="144000" indent="0">
              <a:spcBef>
                <a:spcPts val="600"/>
              </a:spcBef>
              <a:buClrTx/>
              <a:buFontTx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03F9C55-1767-45D2-87AF-7F784CFECC0B}"/>
              </a:ext>
            </a:extLst>
          </p:cNvPr>
          <p:cNvSpPr/>
          <p:nvPr userDrawn="1"/>
        </p:nvSpPr>
        <p:spPr bwMode="gray">
          <a:xfrm>
            <a:off x="0" y="1583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11EC3D9-EA14-4EEE-8576-CEB5BED0AA18}"/>
              </a:ext>
            </a:extLst>
          </p:cNvPr>
          <p:cNvSpPr/>
          <p:nvPr userDrawn="1"/>
        </p:nvSpPr>
        <p:spPr bwMode="gray">
          <a:xfrm>
            <a:off x="1584170" y="2375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F92DB8C-4D01-4DE8-B94C-6453F2A3FB45}"/>
              </a:ext>
            </a:extLst>
          </p:cNvPr>
          <p:cNvSpPr/>
          <p:nvPr userDrawn="1"/>
        </p:nvSpPr>
        <p:spPr bwMode="gray">
          <a:xfrm>
            <a:off x="1584170" y="1583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6ED10D-51B2-442A-90DD-36439C82FAED}"/>
              </a:ext>
            </a:extLst>
          </p:cNvPr>
          <p:cNvSpPr/>
          <p:nvPr userDrawn="1"/>
        </p:nvSpPr>
        <p:spPr bwMode="gray">
          <a:xfrm>
            <a:off x="2376255" y="1583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585FD67-6704-4E86-B6E4-ED6F45997222}"/>
              </a:ext>
            </a:extLst>
          </p:cNvPr>
          <p:cNvSpPr/>
          <p:nvPr userDrawn="1"/>
        </p:nvSpPr>
        <p:spPr bwMode="gray">
          <a:xfrm>
            <a:off x="792085" y="791713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F78F0B4B-7A20-4B5B-8B9D-BDD888362738}"/>
              </a:ext>
            </a:extLst>
          </p:cNvPr>
          <p:cNvSpPr/>
          <p:nvPr userDrawn="1"/>
        </p:nvSpPr>
        <p:spPr bwMode="gray">
          <a:xfrm>
            <a:off x="1584170" y="791713"/>
            <a:ext cx="792085" cy="792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6EE18F80-A702-40A2-8B9F-B2C07C99D3DF}"/>
              </a:ext>
            </a:extLst>
          </p:cNvPr>
          <p:cNvSpPr/>
          <p:nvPr userDrawn="1"/>
        </p:nvSpPr>
        <p:spPr bwMode="gray">
          <a:xfrm>
            <a:off x="0" y="0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6D3B9504-22EE-49E7-ACDB-A2C1ABC196ED}"/>
              </a:ext>
            </a:extLst>
          </p:cNvPr>
          <p:cNvSpPr/>
          <p:nvPr userDrawn="1"/>
        </p:nvSpPr>
        <p:spPr bwMode="gray">
          <a:xfrm>
            <a:off x="792085" y="0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" name="Textfeld 162">
            <a:extLst>
              <a:ext uri="{FF2B5EF4-FFF2-40B4-BE49-F238E27FC236}">
                <a16:creationId xmlns:a16="http://schemas.microsoft.com/office/drawing/2014/main" id="{062E76F6-14E3-43DC-A946-DBBC71D9C9B5}"/>
              </a:ext>
            </a:extLst>
          </p:cNvPr>
          <p:cNvSpPr txBox="1"/>
          <p:nvPr userDrawn="1"/>
        </p:nvSpPr>
        <p:spPr>
          <a:xfrm>
            <a:off x="395015" y="5348772"/>
            <a:ext cx="3096344" cy="699404"/>
          </a:xfrm>
          <a:prstGeom prst="rect">
            <a:avLst/>
          </a:prstGeom>
          <a:noFill/>
        </p:spPr>
        <p:txBody>
          <a:bodyPr wrap="square" lIns="0" tIns="144000" rIns="0" bIns="0" rtlCol="0">
            <a:spAutoFit/>
          </a:bodyPr>
          <a:lstStyle/>
          <a:p>
            <a:pPr marL="0" indent="0">
              <a:spcBef>
                <a:spcPts val="60"/>
              </a:spcBef>
              <a:buClr>
                <a:schemeClr val="tx2"/>
              </a:buClr>
              <a:buSzPct val="150000"/>
              <a:buFont typeface="Calibri" panose="020F0502020204030204" pitchFamily="34" charset="0"/>
              <a:buNone/>
            </a:pPr>
            <a:r>
              <a:rPr lang="de-DE" sz="3600" b="1" cap="all" baseline="0" dirty="0">
                <a:solidFill>
                  <a:schemeClr val="tx1"/>
                </a:solidFill>
              </a:rPr>
              <a:t>Agenda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F189AEE-58A4-4EEF-8009-868AA46BB549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13310F6B-3362-42EA-A348-6F03C12F2CB2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47F2CBE5-E392-434D-A4DB-F848E5D5C7BD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954A0E33-D133-445A-8280-A33B74BA5E16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F5AA101B-0995-4A06-BD74-FF054B329F80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DA06AAD8-6253-438E-8920-AD68F45CC8B6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9EA4AECF-B8FC-46B8-8BB0-ED1375B9DE55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91E7C30B-05E3-44C8-8DD1-6F9BEA8EA9EE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7518AD79-6DA5-45DF-B8D0-81A2A7F6E651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BA0C9308-9B1B-456A-B0E8-9F576B61B154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868FEB3B-8D08-4304-A685-058703332859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B2FE2099-8D4E-4902-964C-93ABA15542BE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939719BE-F885-40B0-9AC4-CFC1A82CD92D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736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99D3C98-D3C3-4D70-9705-A2A630FA614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2085" y="1152000"/>
            <a:ext cx="6082930" cy="2916000"/>
          </a:xfrm>
        </p:spPr>
        <p:txBody>
          <a:bodyPr anchor="b" anchorCtr="0"/>
          <a:lstStyle>
            <a:lvl1pPr>
              <a:defRPr sz="3600" b="1" cap="none" spc="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62" name="Rechteck 161">
            <a:extLst>
              <a:ext uri="{FF2B5EF4-FFF2-40B4-BE49-F238E27FC236}">
                <a16:creationId xmlns:a16="http://schemas.microsoft.com/office/drawing/2014/main" id="{EF618D3B-6754-4F49-9961-A18D5F08902E}"/>
              </a:ext>
            </a:extLst>
          </p:cNvPr>
          <p:cNvSpPr/>
          <p:nvPr userDrawn="1"/>
        </p:nvSpPr>
        <p:spPr bwMode="gray">
          <a:xfrm>
            <a:off x="9503004" y="3959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4" name="Rechteck 163">
            <a:extLst>
              <a:ext uri="{FF2B5EF4-FFF2-40B4-BE49-F238E27FC236}">
                <a16:creationId xmlns:a16="http://schemas.microsoft.com/office/drawing/2014/main" id="{B3422F05-5790-4345-B3C0-09478627D2B3}"/>
              </a:ext>
            </a:extLst>
          </p:cNvPr>
          <p:cNvSpPr/>
          <p:nvPr userDrawn="1"/>
        </p:nvSpPr>
        <p:spPr bwMode="gray">
          <a:xfrm>
            <a:off x="10295089" y="5543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283AD89D-B8EB-44D9-BBE6-AE6040DEE71F}"/>
              </a:ext>
            </a:extLst>
          </p:cNvPr>
          <p:cNvSpPr/>
          <p:nvPr userDrawn="1"/>
        </p:nvSpPr>
        <p:spPr bwMode="gray">
          <a:xfrm>
            <a:off x="10295089" y="4751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DBDCE3-55BF-4DF9-ACDD-5B774987835D}"/>
              </a:ext>
            </a:extLst>
          </p:cNvPr>
          <p:cNvSpPr/>
          <p:nvPr userDrawn="1"/>
        </p:nvSpPr>
        <p:spPr bwMode="gray">
          <a:xfrm>
            <a:off x="8710919" y="2375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F010E6E-D536-4F84-8D9D-F22E93789904}"/>
              </a:ext>
            </a:extLst>
          </p:cNvPr>
          <p:cNvSpPr/>
          <p:nvPr userDrawn="1"/>
        </p:nvSpPr>
        <p:spPr bwMode="gray">
          <a:xfrm>
            <a:off x="11087176" y="4751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9624E92-FCF5-4795-932D-BB415B5A5E5E}"/>
              </a:ext>
            </a:extLst>
          </p:cNvPr>
          <p:cNvSpPr/>
          <p:nvPr userDrawn="1"/>
        </p:nvSpPr>
        <p:spPr bwMode="gray">
          <a:xfrm>
            <a:off x="11087176" y="3167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FDEE378-57E5-46F7-9A0A-99F6E393F7BE}"/>
              </a:ext>
            </a:extLst>
          </p:cNvPr>
          <p:cNvSpPr/>
          <p:nvPr userDrawn="1"/>
        </p:nvSpPr>
        <p:spPr bwMode="gray">
          <a:xfrm>
            <a:off x="9503004" y="3167713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FCAFF2D-8FE2-46BF-9863-DBC26069D4D9}"/>
              </a:ext>
            </a:extLst>
          </p:cNvPr>
          <p:cNvSpPr/>
          <p:nvPr userDrawn="1"/>
        </p:nvSpPr>
        <p:spPr bwMode="gray">
          <a:xfrm>
            <a:off x="10295089" y="3959713"/>
            <a:ext cx="792085" cy="792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716CA577-3637-4AD1-88FB-A5558AB07A14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72047D9E-EBEC-4DB3-884E-4B38B1C01D4F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CF4DD67A-2FEE-47F1-9D16-2F3762477E37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7AD8E90E-DC0E-403E-BAD6-47E2FA6C2DDA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DC1E505E-91F7-40BA-9F58-E607D5E0CE85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06F4C3B3-F45C-45D0-8195-46A36CC72DD4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B50C4DDD-D3AC-44A0-8AEC-F2466322F520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5D3A4B85-A255-4AC9-9AA5-218362596CDE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45BAA14-DF1C-4A36-B261-17B5837E3903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23DAA809-737D-44F8-9656-FECFA6EAF6ED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platzhalter 14">
            <a:extLst>
              <a:ext uri="{FF2B5EF4-FFF2-40B4-BE49-F238E27FC236}">
                <a16:creationId xmlns:a16="http://schemas.microsoft.com/office/drawing/2014/main" id="{9EB30F73-DBF6-4509-B478-29D72A94BE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085" y="4248136"/>
            <a:ext cx="6082930" cy="14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Optionale Kurzbeschreibung des Kapitels.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C3BF8B79-0CA2-45C3-BE25-DADD7951F6E0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F65FC227-D56C-4A40-B21B-FAC922F9AE1D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CE71CA5D-639A-41FB-A3D8-86567CA9DF3B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807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|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B71E12A-35D1-49E3-AB43-B07D4130CA25}"/>
              </a:ext>
            </a:extLst>
          </p:cNvPr>
          <p:cNvSpPr/>
          <p:nvPr userDrawn="1"/>
        </p:nvSpPr>
        <p:spPr>
          <a:xfrm>
            <a:off x="0" y="-288"/>
            <a:ext cx="11879263" cy="63357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99D3C98-D3C3-4D70-9705-A2A630FA614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792085" y="1151651"/>
            <a:ext cx="6082930" cy="2916305"/>
          </a:xfrm>
        </p:spPr>
        <p:txBody>
          <a:bodyPr anchor="b" anchorCtr="0"/>
          <a:lstStyle>
            <a:lvl1pPr>
              <a:defRPr sz="3600" b="1" cap="none" spc="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162" name="Rechteck 161">
            <a:extLst>
              <a:ext uri="{FF2B5EF4-FFF2-40B4-BE49-F238E27FC236}">
                <a16:creationId xmlns:a16="http://schemas.microsoft.com/office/drawing/2014/main" id="{EF618D3B-6754-4F49-9961-A18D5F08902E}"/>
              </a:ext>
            </a:extLst>
          </p:cNvPr>
          <p:cNvSpPr/>
          <p:nvPr userDrawn="1"/>
        </p:nvSpPr>
        <p:spPr bwMode="gray">
          <a:xfrm>
            <a:off x="9503004" y="3959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4" name="Rechteck 163">
            <a:extLst>
              <a:ext uri="{FF2B5EF4-FFF2-40B4-BE49-F238E27FC236}">
                <a16:creationId xmlns:a16="http://schemas.microsoft.com/office/drawing/2014/main" id="{B3422F05-5790-4345-B3C0-09478627D2B3}"/>
              </a:ext>
            </a:extLst>
          </p:cNvPr>
          <p:cNvSpPr/>
          <p:nvPr userDrawn="1"/>
        </p:nvSpPr>
        <p:spPr bwMode="gray">
          <a:xfrm>
            <a:off x="10295089" y="5543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283AD89D-B8EB-44D9-BBE6-AE6040DEE71F}"/>
              </a:ext>
            </a:extLst>
          </p:cNvPr>
          <p:cNvSpPr/>
          <p:nvPr userDrawn="1"/>
        </p:nvSpPr>
        <p:spPr bwMode="gray">
          <a:xfrm>
            <a:off x="10295089" y="4751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DBDCE3-55BF-4DF9-ACDD-5B774987835D}"/>
              </a:ext>
            </a:extLst>
          </p:cNvPr>
          <p:cNvSpPr/>
          <p:nvPr userDrawn="1"/>
        </p:nvSpPr>
        <p:spPr bwMode="gray">
          <a:xfrm>
            <a:off x="8710919" y="2375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F010E6E-D536-4F84-8D9D-F22E93789904}"/>
              </a:ext>
            </a:extLst>
          </p:cNvPr>
          <p:cNvSpPr/>
          <p:nvPr userDrawn="1"/>
        </p:nvSpPr>
        <p:spPr bwMode="gray">
          <a:xfrm>
            <a:off x="11087176" y="4751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9624E92-FCF5-4795-932D-BB415B5A5E5E}"/>
              </a:ext>
            </a:extLst>
          </p:cNvPr>
          <p:cNvSpPr/>
          <p:nvPr userDrawn="1"/>
        </p:nvSpPr>
        <p:spPr bwMode="gray">
          <a:xfrm>
            <a:off x="11087176" y="3167713"/>
            <a:ext cx="792000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FDEE378-57E5-46F7-9A0A-99F6E393F7BE}"/>
              </a:ext>
            </a:extLst>
          </p:cNvPr>
          <p:cNvSpPr/>
          <p:nvPr userDrawn="1"/>
        </p:nvSpPr>
        <p:spPr bwMode="gray">
          <a:xfrm>
            <a:off x="9503004" y="3167713"/>
            <a:ext cx="792083" cy="792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FCAFF2D-8FE2-46BF-9863-DBC26069D4D9}"/>
              </a:ext>
            </a:extLst>
          </p:cNvPr>
          <p:cNvSpPr/>
          <p:nvPr userDrawn="1"/>
        </p:nvSpPr>
        <p:spPr bwMode="gray">
          <a:xfrm>
            <a:off x="10295090" y="3959425"/>
            <a:ext cx="792085" cy="792288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D5212C7B-8298-42C3-8178-DFE507E164B4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CE349E16-4FB6-42EE-8231-D4567967F535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1780B7E-B363-46B9-AD6E-A0356A69EC2D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C6FDE2A8-E05E-47F9-8802-AFC54FA414DF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01B14EB-CF6F-4C8F-85FD-E1A600C346B9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57854D7D-F5AE-4119-A9DF-B46A850D9D50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39F62F49-41ED-44D9-AF78-3D9E5B936EC2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1A000600-B903-4F20-BEFB-714EBF5661E0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3772E37-E1EF-45D6-92C7-C83E0CDA2DB5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9E9F63C3-3AFD-406D-8FAA-93D6B53979AC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platzhalter 14">
            <a:extLst>
              <a:ext uri="{FF2B5EF4-FFF2-40B4-BE49-F238E27FC236}">
                <a16:creationId xmlns:a16="http://schemas.microsoft.com/office/drawing/2014/main" id="{EC20009B-7A49-4A82-A2F8-F3406E0478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085" y="4248136"/>
            <a:ext cx="6082930" cy="14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Optionale Kurzbeschreibung des Kapitels.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D3D3974C-CD84-4F33-8B4F-6389D90EE5CD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7681A249-243E-4C97-ABAD-55560C3160C5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92CC2589-F653-4FE5-8A54-D0F01CC58168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406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|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451B5051-8702-4827-AF9F-3A6048A047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3962400" cy="6335713"/>
          </a:xfrm>
          <a:noFill/>
        </p:spPr>
        <p:txBody>
          <a:bodyPr vert="horz" lIns="0" tIns="0" rIns="0" bIns="864000" rtlCol="0" anchor="ctr" anchorCtr="1">
            <a:noAutofit/>
          </a:bodyPr>
          <a:lstStyle>
            <a:lvl1pPr marL="0" indent="0" algn="ctr">
              <a:buNone/>
              <a:defRPr lang="de-DE" sz="1000" b="0" dirty="0">
                <a:solidFill>
                  <a:sysClr val="windowText" lastClr="000000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de-DE" dirty="0"/>
              <a:t>Bild durch Klicken auf</a:t>
            </a:r>
            <a:br>
              <a:rPr lang="de-DE" dirty="0"/>
            </a:br>
            <a:r>
              <a:rPr lang="de-DE" dirty="0"/>
              <a:t> Symbol hinzufügen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99D3C98-D3C3-4D70-9705-A2A630FA614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542291" y="1691692"/>
            <a:ext cx="4752000" cy="1512000"/>
          </a:xfrm>
        </p:spPr>
        <p:txBody>
          <a:bodyPr/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Name des aktuellen Kapitels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42FA83A-1852-4C32-85F8-FA1B9D8EEEB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537928" y="3383816"/>
            <a:ext cx="4752000" cy="14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Optionale Kurzbeschreibung des Kapitels.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EE1E14-32A2-434F-A448-505E4F02C0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sp>
        <p:nvSpPr>
          <p:cNvPr id="172" name="Textplatzhalter 8">
            <a:extLst>
              <a:ext uri="{FF2B5EF4-FFF2-40B4-BE49-F238E27FC236}">
                <a16:creationId xmlns:a16="http://schemas.microsoft.com/office/drawing/2014/main" id="{44347288-6856-42F3-9587-E705D8DD7FA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70400" y="4751713"/>
            <a:ext cx="792000" cy="792000"/>
          </a:xfrm>
          <a:solidFill>
            <a:schemeClr val="tx2"/>
          </a:solidFill>
          <a:ln>
            <a:noFill/>
          </a:ln>
        </p:spPr>
        <p:txBody>
          <a:bodyPr/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C09C835-1438-42E4-B98F-0B00EFC3B025}"/>
              </a:ext>
            </a:extLst>
          </p:cNvPr>
          <p:cNvSpPr/>
          <p:nvPr userDrawn="1"/>
        </p:nvSpPr>
        <p:spPr bwMode="gray">
          <a:xfrm>
            <a:off x="11087176" y="3959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7ED9F87-C5B6-47ED-A699-ED0CC336661C}"/>
              </a:ext>
            </a:extLst>
          </p:cNvPr>
          <p:cNvSpPr/>
          <p:nvPr userDrawn="1"/>
        </p:nvSpPr>
        <p:spPr bwMode="gray">
          <a:xfrm>
            <a:off x="11087176" y="3167713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226830E-B7AE-4DA7-8F95-23A2CE2374BD}"/>
              </a:ext>
            </a:extLst>
          </p:cNvPr>
          <p:cNvSpPr/>
          <p:nvPr userDrawn="1"/>
        </p:nvSpPr>
        <p:spPr bwMode="gray">
          <a:xfrm>
            <a:off x="10295089" y="4751713"/>
            <a:ext cx="792085" cy="792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A4BA88B-5898-4359-A155-6208069C80AF}"/>
              </a:ext>
            </a:extLst>
          </p:cNvPr>
          <p:cNvSpPr/>
          <p:nvPr userDrawn="1"/>
        </p:nvSpPr>
        <p:spPr bwMode="gray">
          <a:xfrm>
            <a:off x="3950263" y="0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EC97969-D9C5-49E2-8324-48C59FE01AE9}"/>
              </a:ext>
            </a:extLst>
          </p:cNvPr>
          <p:cNvSpPr/>
          <p:nvPr userDrawn="1"/>
        </p:nvSpPr>
        <p:spPr bwMode="gray">
          <a:xfrm>
            <a:off x="4745844" y="5543713"/>
            <a:ext cx="792085" cy="792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3213413-5655-4753-BA88-DE53E4A01568}"/>
              </a:ext>
            </a:extLst>
          </p:cNvPr>
          <p:cNvSpPr/>
          <p:nvPr userDrawn="1"/>
        </p:nvSpPr>
        <p:spPr bwMode="gray">
          <a:xfrm>
            <a:off x="3953844" y="4751713"/>
            <a:ext cx="792085" cy="792000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2DEF12EF-CB93-4DCE-AFF0-76B8D0A071AF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B9290882-8DC8-46D3-B31E-315B60A9382A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9B2CBC56-13A5-45F8-B10B-FDB6CC1AB35B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0A7ACBB-BD00-47A0-BDF6-0D1BBAA0746F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F766A081-93D6-46D0-95A0-3AB782F99068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41E7781-E831-455C-B983-BA04C167A816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E5ACA13C-5447-44F5-8E80-7BA034505468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4B379470-3070-44BC-9323-07A4F1772C57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24F7C6CB-CBFE-4F3F-95FF-1F945A7BE9AE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0EF950AD-3773-457E-8399-7AA8D8D7F9A5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71317DDF-DB19-4D9B-8A38-C41B9A262E5B}"/>
              </a:ext>
            </a:extLst>
          </p:cNvPr>
          <p:cNvSpPr/>
          <p:nvPr userDrawn="1"/>
        </p:nvSpPr>
        <p:spPr bwMode="gray">
          <a:xfrm>
            <a:off x="3953844" y="3959713"/>
            <a:ext cx="792085" cy="792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4D6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CFD07FC4-F589-4F0F-BCB7-1DF70530DF50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EED43244-CA5F-4B55-B9B0-F5501B6BEA3F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754657DF-315D-40CA-9360-C47A417A50D9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733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288" y="1584325"/>
            <a:ext cx="10692000" cy="4355847"/>
          </a:xfrm>
        </p:spPr>
        <p:txBody>
          <a:bodyPr/>
          <a:lstStyle>
            <a:lvl5pPr marL="288000">
              <a:defRPr/>
            </a:lvl5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1576B0B-FBF6-4BBF-A4AF-6526F845C5E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BFD534B-F63A-4FE4-9015-92A27060C8AD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A4146B-CA55-4486-854F-B40EF80C602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B4286F-BF2A-4F08-A5BD-F91FDDBD2C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6D40A0-76CF-4F60-93FC-87DE7A3F6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1146B57C-7836-4020-8D78-3BCC68B401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</p:spTree>
    <p:extLst>
      <p:ext uri="{BB962C8B-B14F-4D97-AF65-F5344CB8AC3E}">
        <p14:creationId xmlns:p14="http://schemas.microsoft.com/office/powerpoint/2010/main" val="321416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FBF358-E3F1-4692-BF85-B8FEB31DD1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EEAB1A6-B42D-444A-BA01-E2A0CDAF0C12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BD8C5E4-34A3-40BD-B16B-9ACC2CE9C2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46D6DED-D297-4D05-B391-8FC2CC9A4F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288" y="1584326"/>
            <a:ext cx="5148000" cy="43558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D96A174D-8DED-443F-94E9-8B0123E33C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939631" y="1584326"/>
            <a:ext cx="5148000" cy="43558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04EC443-FD1C-4B05-870F-45B4806BBD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99598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741" userDrawn="1">
          <p15:clr>
            <a:srgbClr val="A4A3A4"/>
          </p15:clr>
        </p15:guide>
        <p15:guide id="2" pos="3492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FBF358-E3F1-4692-BF85-B8FEB31DD1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EA72DA-67F4-4020-9469-4E4E9FF0FAE3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BD8C5E4-34A3-40BD-B16B-9ACC2CE9C2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46D6DED-D297-4D05-B391-8FC2CC9A4F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287" y="1584326"/>
            <a:ext cx="3312000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D96A174D-8DED-443F-94E9-8B0123E33C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103687" y="1584326"/>
            <a:ext cx="3275735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E67BC153-A6C9-4F31-B8F2-18AB7A15DB4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7775835" y="1584326"/>
            <a:ext cx="3312000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EFC8B66-561E-41AD-90DD-4F61E06E2E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42755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649" userDrawn="1">
          <p15:clr>
            <a:srgbClr val="A4A3A4"/>
          </p15:clr>
        </p15:guide>
        <p15:guide id="2" pos="4898" userDrawn="1">
          <p15:clr>
            <a:srgbClr val="A4A3A4"/>
          </p15:clr>
        </p15:guide>
        <p15:guide id="3" pos="2585" userDrawn="1">
          <p15:clr>
            <a:srgbClr val="A4A3A4"/>
          </p15:clr>
        </p15:guide>
        <p15:guide id="4" pos="2335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FBF358-E3F1-4692-BF85-B8FEB31DD1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182B96-7925-4771-93DE-8B1B8082EFD3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BD8C5E4-34A3-40BD-B16B-9ACC2CE9C2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46D6DED-D297-4D05-B391-8FC2CC9A4F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287" y="1584326"/>
            <a:ext cx="2376000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D96A174D-8DED-443F-94E9-8B0123E33C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167323" y="1584326"/>
            <a:ext cx="2376000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E67BC153-A6C9-4F31-B8F2-18AB7A15DB4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939631" y="1584326"/>
            <a:ext cx="2376000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3DC3E59E-0D68-48AB-B18D-6BD52B2009E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711288" y="1584326"/>
            <a:ext cx="2376915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365300-3E4C-4BAF-852A-69E1F008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18608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741" userDrawn="1">
          <p15:clr>
            <a:srgbClr val="A4A3A4"/>
          </p15:clr>
        </p15:guide>
        <p15:guide id="2" pos="3492" userDrawn="1">
          <p15:clr>
            <a:srgbClr val="A4A3A4"/>
          </p15:clr>
        </p15:guide>
        <p15:guide id="3" pos="1995" userDrawn="1">
          <p15:clr>
            <a:srgbClr val="A4A3A4"/>
          </p15:clr>
        </p15:guide>
        <p15:guide id="4" pos="1746" userDrawn="1">
          <p15:clr>
            <a:srgbClr val="A4A3A4"/>
          </p15:clr>
        </p15:guide>
        <p15:guide id="5" pos="5238" userDrawn="1">
          <p15:clr>
            <a:srgbClr val="A4A3A4"/>
          </p15:clr>
        </p15:guide>
        <p15:guide id="6" pos="5488" userDrawn="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&amp; Margina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hteck 41">
            <a:extLst>
              <a:ext uri="{FF2B5EF4-FFF2-40B4-BE49-F238E27FC236}">
                <a16:creationId xmlns:a16="http://schemas.microsoft.com/office/drawing/2014/main" id="{7D0AD511-D859-4E68-B0A4-5342D842734D}"/>
              </a:ext>
            </a:extLst>
          </p:cNvPr>
          <p:cNvSpPr/>
          <p:nvPr userDrawn="1"/>
        </p:nvSpPr>
        <p:spPr bwMode="ltGray">
          <a:xfrm>
            <a:off x="7524038" y="-1"/>
            <a:ext cx="4355226" cy="6335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FBF358-E3F1-4692-BF85-B8FEB31DD13E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8977A5-57CA-4B01-BBF8-7EB342665798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BD8C5E4-34A3-40BD-B16B-9ACC2CE9C2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46D6DED-D297-4D05-B391-8FC2CC9A4F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287" y="1584354"/>
            <a:ext cx="6732000" cy="4355354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6" y="968400"/>
            <a:ext cx="6732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D96A174D-8DED-443F-94E9-8B0123E33C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white">
          <a:xfrm>
            <a:off x="7918834" y="1584326"/>
            <a:ext cx="3169854" cy="4355838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083F5404-69E4-4868-8907-EBD3A779DD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2119" y="288000"/>
            <a:ext cx="1152128" cy="21448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5E6FCE4-E9F5-45D5-8BAC-3BC490A48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499" y="261056"/>
            <a:ext cx="6730376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40524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490" userDrawn="1">
          <p15:clr>
            <a:srgbClr val="A4A3A4"/>
          </p15:clr>
        </p15:guide>
        <p15:guide id="2" pos="4989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&amp; Margina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hteck 41">
            <a:extLst>
              <a:ext uri="{FF2B5EF4-FFF2-40B4-BE49-F238E27FC236}">
                <a16:creationId xmlns:a16="http://schemas.microsoft.com/office/drawing/2014/main" id="{7D0AD511-D859-4E68-B0A4-5342D842734D}"/>
              </a:ext>
            </a:extLst>
          </p:cNvPr>
          <p:cNvSpPr/>
          <p:nvPr userDrawn="1"/>
        </p:nvSpPr>
        <p:spPr bwMode="ltGray">
          <a:xfrm>
            <a:off x="7524038" y="-1"/>
            <a:ext cx="4355225" cy="6335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FBF358-E3F1-4692-BF85-B8FEB31DD13E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545B60-613F-44AB-9BBA-A7C4A96C2337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BD8C5E4-34A3-40BD-B16B-9ACC2CE9C2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46D6DED-D297-4D05-B391-8FC2CC9A4F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287" y="1584303"/>
            <a:ext cx="3168000" cy="4356122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6" y="968400"/>
            <a:ext cx="6732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D96A174D-8DED-443F-94E9-8B0123E33CB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 bwMode="white">
          <a:xfrm>
            <a:off x="7919851" y="1584326"/>
            <a:ext cx="3168000" cy="4355838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51" name="Inhaltsplatzhalter 11">
            <a:extLst>
              <a:ext uri="{FF2B5EF4-FFF2-40B4-BE49-F238E27FC236}">
                <a16:creationId xmlns:a16="http://schemas.microsoft.com/office/drawing/2014/main" id="{0A9ACF00-7F40-41E8-BDA7-8E1AFFC06DF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959411" y="1584303"/>
            <a:ext cx="3168000" cy="4356122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3A94E1F-0013-4839-AFE2-7F7DC7CBF9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2119" y="288000"/>
            <a:ext cx="1152128" cy="21448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E982CA3-5E98-47B2-BDC7-37AC8FC9F3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499" y="261056"/>
            <a:ext cx="6729517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8197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490" userDrawn="1">
          <p15:clr>
            <a:srgbClr val="A4A3A4"/>
          </p15:clr>
        </p15:guide>
        <p15:guide id="2" pos="4989" userDrawn="1">
          <p15:clr>
            <a:srgbClr val="A4A3A4"/>
          </p15:clr>
        </p15:guide>
        <p15:guide id="3" pos="2494" userDrawn="1">
          <p15:clr>
            <a:srgbClr val="A4A3A4"/>
          </p15:clr>
        </p15:guide>
        <p15:guide id="4" pos="2245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ginalie &amp;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C7C8DD0-98B5-44F7-86B3-A2BE00FF3EC2}"/>
              </a:ext>
            </a:extLst>
          </p:cNvPr>
          <p:cNvSpPr/>
          <p:nvPr userDrawn="1"/>
        </p:nvSpPr>
        <p:spPr bwMode="ltGray">
          <a:xfrm>
            <a:off x="-1" y="0"/>
            <a:ext cx="3960000" cy="6335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55776" y="1584325"/>
            <a:ext cx="3168000" cy="4355388"/>
          </a:xfrm>
        </p:spPr>
        <p:txBody>
          <a:bodyPr numCol="1" spcCol="396000"/>
          <a:lstStyle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B908BB5-A6C0-4681-8C6B-456EB5A79A77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76" name="Textplatzhalter 15">
            <a:extLst>
              <a:ext uri="{FF2B5EF4-FFF2-40B4-BE49-F238E27FC236}">
                <a16:creationId xmlns:a16="http://schemas.microsoft.com/office/drawing/2014/main" id="{C274E1F8-D370-4E56-AEDC-F90C3FFC4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6689" y="968400"/>
            <a:ext cx="540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178" name="Inhaltsplatzhalter 11">
            <a:extLst>
              <a:ext uri="{FF2B5EF4-FFF2-40B4-BE49-F238E27FC236}">
                <a16:creationId xmlns:a16="http://schemas.microsoft.com/office/drawing/2014/main" id="{8E91B87F-4E4D-41E8-A069-1BCA1FB5010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white">
          <a:xfrm>
            <a:off x="395288" y="1585061"/>
            <a:ext cx="3168000" cy="4355104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Tx/>
              <a:defRPr sz="1600">
                <a:solidFill>
                  <a:schemeClr val="bg1"/>
                </a:solidFill>
              </a:defRPr>
            </a:lvl3pPr>
            <a:lvl4pPr>
              <a:buClrTx/>
              <a:defRPr sz="1600">
                <a:solidFill>
                  <a:schemeClr val="bg1"/>
                </a:solidFill>
              </a:defRPr>
            </a:lvl4pPr>
            <a:lvl5pPr>
              <a:buClrTx/>
              <a:defRPr sz="1600">
                <a:solidFill>
                  <a:schemeClr val="bg1"/>
                </a:solidFill>
              </a:defRPr>
            </a:lvl5pPr>
            <a:lvl6pPr>
              <a:buClrTx/>
              <a:defRPr sz="160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79" name="Inhaltsplatzhalter 11">
            <a:extLst>
              <a:ext uri="{FF2B5EF4-FFF2-40B4-BE49-F238E27FC236}">
                <a16:creationId xmlns:a16="http://schemas.microsoft.com/office/drawing/2014/main" id="{E548282D-172A-4400-B7F3-A7D1400914D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919851" y="1584325"/>
            <a:ext cx="3168000" cy="4355388"/>
          </a:xfrm>
        </p:spPr>
        <p:txBody>
          <a:bodyPr numCol="1" spcCol="396000"/>
          <a:lstStyle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EA87D3-1649-4377-B31D-60E9938717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6689" y="261056"/>
            <a:ext cx="5400000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9033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744" userDrawn="1">
          <p15:clr>
            <a:srgbClr val="A4A3A4"/>
          </p15:clr>
        </p15:guide>
        <p15:guide id="2" pos="2245" userDrawn="1">
          <p15:clr>
            <a:srgbClr val="A4A3A4"/>
          </p15:clr>
        </p15:guide>
        <p15:guide id="3" pos="4739" userDrawn="1">
          <p15:clr>
            <a:srgbClr val="A4A3A4"/>
          </p15:clr>
        </p15:guide>
        <p15:guide id="4" pos="4989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| Fläch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C7C8DD0-98B5-44F7-86B3-A2BE00FF3EC2}"/>
              </a:ext>
            </a:extLst>
          </p:cNvPr>
          <p:cNvSpPr/>
          <p:nvPr userDrawn="1"/>
        </p:nvSpPr>
        <p:spPr bwMode="ltGray">
          <a:xfrm>
            <a:off x="-1" y="0"/>
            <a:ext cx="3960000" cy="6335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55775" y="1584325"/>
            <a:ext cx="6732913" cy="4355388"/>
          </a:xfrm>
        </p:spPr>
        <p:txBody>
          <a:bodyPr numCol="1" spcCol="396000"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76" name="Textplatzhalter 15">
            <a:extLst>
              <a:ext uri="{FF2B5EF4-FFF2-40B4-BE49-F238E27FC236}">
                <a16:creationId xmlns:a16="http://schemas.microsoft.com/office/drawing/2014/main" id="{C274E1F8-D370-4E56-AEDC-F90C3FFC4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6689" y="968400"/>
            <a:ext cx="540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6EA43C-1920-4284-8F82-F6928E0FAD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5775" y="261056"/>
            <a:ext cx="5400914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2360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744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&amp; Margina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3C468E9-9C59-41E3-84F0-93A97900A053}"/>
              </a:ext>
            </a:extLst>
          </p:cNvPr>
          <p:cNvSpPr/>
          <p:nvPr userDrawn="1"/>
        </p:nvSpPr>
        <p:spPr bwMode="ltGray">
          <a:xfrm>
            <a:off x="7524203" y="0"/>
            <a:ext cx="4355060" cy="6335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white">
          <a:xfrm>
            <a:off x="7920203" y="1584325"/>
            <a:ext cx="3168000" cy="4355388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Tx/>
              <a:defRPr sz="1600">
                <a:solidFill>
                  <a:schemeClr val="bg1"/>
                </a:solidFill>
              </a:defRPr>
            </a:lvl3pPr>
            <a:lvl4pPr>
              <a:buClrTx/>
              <a:defRPr sz="1600">
                <a:solidFill>
                  <a:schemeClr val="bg1"/>
                </a:solidFill>
              </a:defRPr>
            </a:lvl4pPr>
            <a:lvl5pPr>
              <a:buClrTx/>
              <a:defRPr sz="1600">
                <a:solidFill>
                  <a:schemeClr val="bg1"/>
                </a:solidFill>
              </a:defRPr>
            </a:lvl5pPr>
            <a:lvl6pPr>
              <a:buClrTx/>
              <a:defRPr sz="160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759" y="968400"/>
            <a:ext cx="6732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7B6824-9184-4112-988E-A9CAC95B17D4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0285B130-7783-40B1-AEAF-CCE380CE4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5" y="1584282"/>
            <a:ext cx="6732000" cy="4356143"/>
          </a:xfrm>
          <a:noFill/>
        </p:spPr>
        <p:txBody>
          <a:bodyPr bIns="864000" anchor="ctr" anchorCtr="1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3D695C3-3D47-45D5-AD74-B616BB79AC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2119" y="288000"/>
            <a:ext cx="1152128" cy="21448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46F1457-EAA7-463F-9F10-FB2DFBB84F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499" y="261056"/>
            <a:ext cx="6730376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4322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490" userDrawn="1">
          <p15:clr>
            <a:srgbClr val="A4A3A4"/>
          </p15:clr>
        </p15:guide>
        <p15:guide id="2" pos="4989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&amp;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55776" y="1584325"/>
            <a:ext cx="6732000" cy="435538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776" y="968400"/>
            <a:ext cx="540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64998E9-DCB6-41C2-B27F-B52903506692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0285B130-7783-40B1-AEAF-CCE380CE4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959999" cy="6335713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086196-7560-4436-A8AB-FD1A622F9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5775" y="261056"/>
            <a:ext cx="5400000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31941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494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&amp; Bild |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015" y="1584368"/>
            <a:ext cx="3564000" cy="4355345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76C59FC-CF29-4249-9035-7A23B21336EC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0285B130-7783-40B1-AEAF-CCE380CE4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56203" y="1584325"/>
            <a:ext cx="6732000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4BD403-6873-437C-A34F-EC0168BC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10" name="Textplatzhalter 15">
            <a:extLst>
              <a:ext uri="{FF2B5EF4-FFF2-40B4-BE49-F238E27FC236}">
                <a16:creationId xmlns:a16="http://schemas.microsoft.com/office/drawing/2014/main" id="{0E0A2EA8-94DB-46C9-A9D1-FB450B65D6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</p:spTree>
    <p:extLst>
      <p:ext uri="{BB962C8B-B14F-4D97-AF65-F5344CB8AC3E}">
        <p14:creationId xmlns:p14="http://schemas.microsoft.com/office/powerpoint/2010/main" val="417251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744" userDrawn="1">
          <p15:clr>
            <a:srgbClr val="A4A3A4"/>
          </p15:clr>
        </p15:guide>
        <p15:guide id="2" pos="2494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&amp; Bild |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524203" y="1584325"/>
            <a:ext cx="3564000" cy="435538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D939BAD-BF39-439D-A27E-BD4F1859CC12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0285B130-7783-40B1-AEAF-CCE380CE4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7499" y="1585037"/>
            <a:ext cx="6732000" cy="4355388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217862A-30BF-4736-9DA4-0FA1A2F35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0330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490" userDrawn="1">
          <p15:clr>
            <a:srgbClr val="A4A3A4"/>
          </p15:clr>
        </p15:guide>
        <p15:guide id="2" pos="4739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&amp;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7128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9D17397-378C-4476-9D54-76830C4DF2D0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0285B130-7783-40B1-AEAF-CCE380CE4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29717" y="791550"/>
            <a:ext cx="3168000" cy="5148876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1D6F5E96-D36C-4B18-8821-B8187A78CF5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287" y="1584326"/>
            <a:ext cx="3348000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E669D128-A599-4F4F-A3AB-DF6B2981CAB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175807" y="1584326"/>
            <a:ext cx="3348000" cy="4355838"/>
          </a:xfrm>
        </p:spPr>
        <p:txBody>
          <a:bodyPr/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D96579-106D-4720-B226-040FC4ED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499" y="261056"/>
            <a:ext cx="7125516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2761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358" userDrawn="1">
          <p15:clr>
            <a:srgbClr val="A4A3A4"/>
          </p15:clr>
        </p15:guide>
        <p15:guide id="2" pos="2630" userDrawn="1">
          <p15:clr>
            <a:srgbClr val="A4A3A4"/>
          </p15:clr>
        </p15:guide>
        <p15:guide id="3" pos="4989" userDrawn="1">
          <p15:clr>
            <a:srgbClr val="A4A3A4"/>
          </p15:clr>
        </p15:guide>
        <p15:guide id="4" pos="4739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ktreferenz |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D434BC3-9B8C-4240-96F6-E627A781F44A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76" name="Textplatzhalter 15">
            <a:extLst>
              <a:ext uri="{FF2B5EF4-FFF2-40B4-BE49-F238E27FC236}">
                <a16:creationId xmlns:a16="http://schemas.microsoft.com/office/drawing/2014/main" id="{C274E1F8-D370-4E56-AEDC-F90C3FFC4F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288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0166BC-8442-460F-AACB-A6B322A21D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8" y="261056"/>
            <a:ext cx="9360000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24" name="Inhaltsplatzhalter 11">
            <a:extLst>
              <a:ext uri="{FF2B5EF4-FFF2-40B4-BE49-F238E27FC236}">
                <a16:creationId xmlns:a16="http://schemas.microsoft.com/office/drawing/2014/main" id="{C801AD9F-B911-5F41-9DC4-10718105948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5288" y="1584325"/>
            <a:ext cx="3311525" cy="4355833"/>
          </a:xfrm>
        </p:spPr>
        <p:txBody>
          <a:bodyPr numCol="1" spcCol="396000"/>
          <a:lstStyle>
            <a:lvl1pPr marL="144000" indent="-144000">
              <a:spcBef>
                <a:spcPts val="300"/>
              </a:spcBef>
              <a:defRPr sz="1000"/>
            </a:lvl1pPr>
            <a:lvl2pPr>
              <a:spcBef>
                <a:spcPts val="1200"/>
              </a:spcBef>
              <a:defRPr sz="1200" b="1"/>
            </a:lvl2pPr>
            <a:lvl3pPr marL="288000" indent="-144000">
              <a:defRPr sz="1000"/>
            </a:lvl3pPr>
            <a:lvl4pPr>
              <a:spcBef>
                <a:spcPts val="300"/>
              </a:spcBef>
              <a:defRPr sz="1000" b="0"/>
            </a:lvl4pPr>
            <a:lvl5pPr>
              <a:defRPr sz="1000"/>
            </a:lvl5pPr>
            <a:lvl6pPr marL="432000" indent="-144000">
              <a:defRPr sz="1000"/>
            </a:lvl6pPr>
            <a:lvl7pPr marL="432000" indent="-144000">
              <a:defRPr sz="1000"/>
            </a:lvl7pPr>
            <a:lvl8pPr marL="432000" indent="-144000">
              <a:defRPr sz="1000"/>
            </a:lvl8pPr>
            <a:lvl9pPr marL="432000" indent="-144000">
              <a:defRPr sz="1000"/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7" name="Bildplatzhalter 9">
            <a:extLst>
              <a:ext uri="{FF2B5EF4-FFF2-40B4-BE49-F238E27FC236}">
                <a16:creationId xmlns:a16="http://schemas.microsoft.com/office/drawing/2014/main" id="{608DEE27-D28A-C943-9CF7-221DC005C8D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776890" y="3744425"/>
            <a:ext cx="3311798" cy="2196000"/>
          </a:xfrm>
        </p:spPr>
        <p:txBody>
          <a:bodyPr bIns="504000" anchor="ctr" anchorCtr="0"/>
          <a:lstStyle>
            <a:lvl1pPr algn="ctr">
              <a:buNone/>
              <a:defRPr sz="1000"/>
            </a:lvl1pPr>
          </a:lstStyle>
          <a:p>
            <a:r>
              <a:rPr lang="de-DE" dirty="0"/>
              <a:t>Nach Möglichkeit hier bitte den Mehrwert bzw. </a:t>
            </a:r>
            <a:br>
              <a:rPr lang="de-DE" dirty="0"/>
            </a:br>
            <a:r>
              <a:rPr lang="de-DE" dirty="0"/>
              <a:t>das fertige Projektergebnis visualisieren</a:t>
            </a:r>
          </a:p>
        </p:txBody>
      </p:sp>
      <p:sp>
        <p:nvSpPr>
          <p:cNvPr id="28" name="Inhaltsplatzhalter 11">
            <a:extLst>
              <a:ext uri="{FF2B5EF4-FFF2-40B4-BE49-F238E27FC236}">
                <a16:creationId xmlns:a16="http://schemas.microsoft.com/office/drawing/2014/main" id="{9D4D3971-96A2-944F-8805-815A3D93070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4103791" y="1584325"/>
            <a:ext cx="3276000" cy="4355840"/>
          </a:xfrm>
        </p:spPr>
        <p:txBody>
          <a:bodyPr numCol="1" spcCol="396000"/>
          <a:lstStyle>
            <a:lvl1pPr marL="144000" indent="-144000">
              <a:spcBef>
                <a:spcPts val="300"/>
              </a:spcBef>
              <a:defRPr sz="1000"/>
            </a:lvl1pPr>
            <a:lvl2pPr>
              <a:spcBef>
                <a:spcPts val="1200"/>
              </a:spcBef>
              <a:defRPr sz="1200" b="1"/>
            </a:lvl2pPr>
            <a:lvl3pPr marL="288000" indent="-144000">
              <a:defRPr sz="1000"/>
            </a:lvl3pPr>
            <a:lvl4pPr>
              <a:spcBef>
                <a:spcPts val="300"/>
              </a:spcBef>
              <a:defRPr sz="1000" b="0"/>
            </a:lvl4pPr>
            <a:lvl5pPr>
              <a:defRPr sz="1000"/>
            </a:lvl5pPr>
            <a:lvl6pPr marL="432000" indent="-144000">
              <a:defRPr sz="1000"/>
            </a:lvl6pPr>
            <a:lvl7pPr marL="432000" indent="-144000">
              <a:defRPr sz="1000"/>
            </a:lvl7pPr>
            <a:lvl8pPr marL="432000" indent="-144000">
              <a:defRPr sz="1000"/>
            </a:lvl8pPr>
            <a:lvl9pPr marL="432000" indent="-144000">
              <a:defRPr sz="1000"/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29" name="Inhaltsplatzhalter 11">
            <a:extLst>
              <a:ext uri="{FF2B5EF4-FFF2-40B4-BE49-F238E27FC236}">
                <a16:creationId xmlns:a16="http://schemas.microsoft.com/office/drawing/2014/main" id="{473D911B-7AFD-D248-8ABC-BEAAADE7B49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775835" y="1584326"/>
            <a:ext cx="3311525" cy="2015578"/>
          </a:xfrm>
        </p:spPr>
        <p:txBody>
          <a:bodyPr numCol="1" spcCol="396000"/>
          <a:lstStyle>
            <a:lvl1pPr marL="144000" indent="-144000">
              <a:spcBef>
                <a:spcPts val="300"/>
              </a:spcBef>
              <a:defRPr sz="1000"/>
            </a:lvl1pPr>
            <a:lvl2pPr>
              <a:spcBef>
                <a:spcPts val="1200"/>
              </a:spcBef>
              <a:defRPr sz="1200" b="1"/>
            </a:lvl2pPr>
            <a:lvl3pPr marL="288000" indent="-144000">
              <a:defRPr sz="1000"/>
            </a:lvl3pPr>
            <a:lvl4pPr>
              <a:spcBef>
                <a:spcPts val="300"/>
              </a:spcBef>
              <a:defRPr sz="1000" b="0"/>
            </a:lvl4pPr>
            <a:lvl5pPr>
              <a:defRPr sz="1000"/>
            </a:lvl5pPr>
            <a:lvl6pPr marL="432000" indent="-144000">
              <a:defRPr sz="1000"/>
            </a:lvl6pPr>
            <a:lvl7pPr marL="432000" indent="-144000">
              <a:defRPr sz="1000"/>
            </a:lvl7pPr>
            <a:lvl8pPr marL="432000" indent="-144000">
              <a:defRPr sz="1000"/>
            </a:lvl8pPr>
            <a:lvl9pPr marL="432000" indent="-144000">
              <a:defRPr sz="1000"/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30" name="Bildplatzhalter 6">
            <a:extLst>
              <a:ext uri="{FF2B5EF4-FFF2-40B4-BE49-F238E27FC236}">
                <a16:creationId xmlns:a16="http://schemas.microsoft.com/office/drawing/2014/main" id="{CC1057D0-3324-D345-A347-4CD8BA535E6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116447" y="260891"/>
            <a:ext cx="1367800" cy="648000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 dirty="0"/>
              <a:t>Kundenlogo einfügen und über „Zuschneiden“ das Logo „Einpassen“</a:t>
            </a:r>
          </a:p>
        </p:txBody>
      </p:sp>
    </p:spTree>
    <p:extLst>
      <p:ext uri="{BB962C8B-B14F-4D97-AF65-F5344CB8AC3E}">
        <p14:creationId xmlns:p14="http://schemas.microsoft.com/office/powerpoint/2010/main" val="327481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585" userDrawn="1">
          <p15:clr>
            <a:srgbClr val="A4A3A4"/>
          </p15:clr>
        </p15:guide>
        <p15:guide id="2" pos="2335" userDrawn="1">
          <p15:clr>
            <a:srgbClr val="A4A3A4"/>
          </p15:clr>
        </p15:guide>
        <p15:guide id="3" pos="4649" userDrawn="1">
          <p15:clr>
            <a:srgbClr val="A4A3A4"/>
          </p15:clr>
        </p15:guide>
        <p15:guide id="4" pos="4898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ktreferenz | kurz |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white">
          <a:xfrm>
            <a:off x="7523807" y="1584324"/>
            <a:ext cx="3564000" cy="4355839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defRPr sz="1400" b="1">
                <a:solidFill>
                  <a:schemeClr val="tx1"/>
                </a:solidFill>
              </a:defRPr>
            </a:lvl2pPr>
            <a:lvl3pPr marL="216000">
              <a:spcBef>
                <a:spcPts val="300"/>
              </a:spcBef>
              <a:buClrTx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432000" indent="-216000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400" b="0">
                <a:solidFill>
                  <a:schemeClr val="tx1"/>
                </a:solidFill>
              </a:defRPr>
            </a:lvl4pPr>
            <a:lvl5pPr>
              <a:buClrTx/>
              <a:defRPr sz="1400">
                <a:solidFill>
                  <a:schemeClr val="tx1"/>
                </a:solidFill>
              </a:defRPr>
            </a:lvl5pPr>
            <a:lvl6pPr>
              <a:buClrTx/>
              <a:defRPr sz="1400">
                <a:solidFill>
                  <a:schemeClr val="tx1"/>
                </a:solidFill>
              </a:defRPr>
            </a:lvl6pPr>
            <a:lvl7pPr>
              <a:buClrTx/>
              <a:defRPr sz="1400">
                <a:solidFill>
                  <a:schemeClr val="tx1"/>
                </a:solidFill>
              </a:defRPr>
            </a:lvl7pPr>
            <a:lvl8pPr>
              <a:buClrTx/>
              <a:defRPr sz="1400">
                <a:solidFill>
                  <a:schemeClr val="tx1"/>
                </a:solidFill>
              </a:defRPr>
            </a:lvl8pPr>
            <a:lvl9pPr>
              <a:buClrTx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759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8D8331-E567-462E-94AD-787FA16D6F16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8EED89-0AED-46AD-A2A2-7D995A405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499" y="261056"/>
            <a:ext cx="9360000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4520CD13-55AB-4EA3-83F8-DDA167D021A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116447" y="260891"/>
            <a:ext cx="1367800" cy="648000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 dirty="0"/>
              <a:t>Kundenlogo einfügen und über „Zuschneiden“ das Logo „Einpassen“</a:t>
            </a:r>
          </a:p>
        </p:txBody>
      </p:sp>
      <p:sp>
        <p:nvSpPr>
          <p:cNvPr id="19" name="Bildplatzhalter 3">
            <a:extLst>
              <a:ext uri="{FF2B5EF4-FFF2-40B4-BE49-F238E27FC236}">
                <a16:creationId xmlns:a16="http://schemas.microsoft.com/office/drawing/2014/main" id="{24B11284-B724-344C-8391-7D9A389B737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20353" y="1590797"/>
            <a:ext cx="6707521" cy="4349366"/>
          </a:xfrm>
          <a:prstGeom prst="rect">
            <a:avLst/>
          </a:prstGeo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Hier bitte den Mehrwert bzw. </a:t>
            </a:r>
            <a:br>
              <a:rPr lang="de-DE" dirty="0"/>
            </a:br>
            <a:r>
              <a:rPr lang="de-DE" dirty="0"/>
              <a:t>das fertige Projektergebnis visualisieren</a:t>
            </a:r>
          </a:p>
        </p:txBody>
      </p:sp>
    </p:spTree>
    <p:extLst>
      <p:ext uri="{BB962C8B-B14F-4D97-AF65-F5344CB8AC3E}">
        <p14:creationId xmlns:p14="http://schemas.microsoft.com/office/powerpoint/2010/main" val="308184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490">
          <p15:clr>
            <a:srgbClr val="A4A3A4"/>
          </p15:clr>
        </p15:guide>
        <p15:guide id="2" pos="4739" userDrawn="1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ktreferenz | kurz | Smart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3">
            <a:extLst>
              <a:ext uri="{FF2B5EF4-FFF2-40B4-BE49-F238E27FC236}">
                <a16:creationId xmlns:a16="http://schemas.microsoft.com/office/drawing/2014/main" id="{8A22214F-DC50-6F46-B987-6F8B7AADC9DA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381455" y="1649664"/>
            <a:ext cx="1984284" cy="4228514"/>
          </a:xfrm>
          <a:prstGeom prst="roundRect">
            <a:avLst>
              <a:gd name="adj" fmla="val 12447"/>
            </a:avLst>
          </a:prstGeom>
          <a:solidFill>
            <a:schemeClr val="bg1">
              <a:lumMod val="95000"/>
            </a:schemeClr>
          </a:solidFill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Hier bitte Visualisierungen der Applikation einfügen.</a:t>
            </a:r>
          </a:p>
        </p:txBody>
      </p:sp>
      <p:sp>
        <p:nvSpPr>
          <p:cNvPr id="17" name="Bildplatzhalter 3">
            <a:extLst>
              <a:ext uri="{FF2B5EF4-FFF2-40B4-BE49-F238E27FC236}">
                <a16:creationId xmlns:a16="http://schemas.microsoft.com/office/drawing/2014/main" id="{1D30162C-9765-F046-8B87-72CE219085BA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1149027" y="1645099"/>
            <a:ext cx="1984284" cy="4228514"/>
          </a:xfrm>
          <a:prstGeom prst="roundRect">
            <a:avLst>
              <a:gd name="adj" fmla="val 12447"/>
            </a:avLst>
          </a:prstGeom>
          <a:solidFill>
            <a:schemeClr val="bg1">
              <a:lumMod val="95000"/>
            </a:schemeClr>
          </a:solidFill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Hier bitte Visualisierungen der Applikation einfügen.</a:t>
            </a:r>
          </a:p>
        </p:txBody>
      </p:sp>
      <p:pic>
        <p:nvPicPr>
          <p:cNvPr id="14" name="Grafik 13" descr="Ein Bild, das Zug, Schild, Monitor, Ende enthält.&#10;&#10;Automatisch generierte Beschreibung">
            <a:extLst>
              <a:ext uri="{FF2B5EF4-FFF2-40B4-BE49-F238E27FC236}">
                <a16:creationId xmlns:a16="http://schemas.microsoft.com/office/drawing/2014/main" id="{E72345A8-6D4F-0047-94FD-A3D94D21977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108" y="1116943"/>
            <a:ext cx="3158122" cy="5289985"/>
          </a:xfrm>
          <a:prstGeom prst="rect">
            <a:avLst/>
          </a:prstGeom>
        </p:spPr>
      </p:pic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white">
          <a:xfrm>
            <a:off x="7523807" y="1584324"/>
            <a:ext cx="3564000" cy="4355839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defRPr sz="1400" b="1">
                <a:solidFill>
                  <a:schemeClr val="tx1"/>
                </a:solidFill>
              </a:defRPr>
            </a:lvl2pPr>
            <a:lvl3pPr marL="216000">
              <a:spcBef>
                <a:spcPts val="300"/>
              </a:spcBef>
              <a:buClrTx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432000" indent="-216000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400" b="0">
                <a:solidFill>
                  <a:schemeClr val="tx1"/>
                </a:solidFill>
              </a:defRPr>
            </a:lvl4pPr>
            <a:lvl5pPr>
              <a:buClrTx/>
              <a:defRPr sz="1400">
                <a:solidFill>
                  <a:schemeClr val="tx1"/>
                </a:solidFill>
              </a:defRPr>
            </a:lvl5pPr>
            <a:lvl6pPr>
              <a:buClrTx/>
              <a:defRPr sz="1400">
                <a:solidFill>
                  <a:schemeClr val="tx1"/>
                </a:solidFill>
              </a:defRPr>
            </a:lvl6pPr>
            <a:lvl7pPr>
              <a:buClrTx/>
              <a:defRPr sz="1400">
                <a:solidFill>
                  <a:schemeClr val="tx1"/>
                </a:solidFill>
              </a:defRPr>
            </a:lvl7pPr>
            <a:lvl8pPr>
              <a:buClrTx/>
              <a:defRPr sz="1400">
                <a:solidFill>
                  <a:schemeClr val="tx1"/>
                </a:solidFill>
              </a:defRPr>
            </a:lvl8pPr>
            <a:lvl9pPr>
              <a:buClrTx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759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8D8331-E567-462E-94AD-787FA16D6F16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8EED89-0AED-46AD-A2A2-7D995A405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499" y="261056"/>
            <a:ext cx="9360000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4520CD13-55AB-4EA3-83F8-DDA167D021A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116447" y="260891"/>
            <a:ext cx="1367800" cy="648000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 dirty="0"/>
              <a:t>Kundenlogo einfügen und über „Zuschneiden“ das Logo „Einpassen“</a:t>
            </a:r>
          </a:p>
        </p:txBody>
      </p:sp>
      <p:pic>
        <p:nvPicPr>
          <p:cNvPr id="22" name="Grafik 21" descr="Ein Bild, das Zug, Schild, Monitor, Ende enthält.&#10;&#10;Automatisch generierte Beschreibung">
            <a:extLst>
              <a:ext uri="{FF2B5EF4-FFF2-40B4-BE49-F238E27FC236}">
                <a16:creationId xmlns:a16="http://schemas.microsoft.com/office/drawing/2014/main" id="{A4FF5D62-26E5-8E48-A272-A2B44F9B4E4D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3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94536" y="1118929"/>
            <a:ext cx="3158122" cy="528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0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490">
          <p15:clr>
            <a:srgbClr val="A4A3A4"/>
          </p15:clr>
        </p15:guide>
        <p15:guide id="2" pos="4739" userDrawn="1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ktreferenz | kurz | Des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5845229-48FD-41C3-9F71-D03F4D0A52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white">
          <a:xfrm>
            <a:off x="7523807" y="1584324"/>
            <a:ext cx="3564000" cy="4355839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defRPr sz="1400" b="1">
                <a:solidFill>
                  <a:schemeClr val="tx1"/>
                </a:solidFill>
              </a:defRPr>
            </a:lvl2pPr>
            <a:lvl3pPr marL="216000">
              <a:spcBef>
                <a:spcPts val="300"/>
              </a:spcBef>
              <a:buClrTx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432000" indent="-216000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400" b="0">
                <a:solidFill>
                  <a:schemeClr val="tx1"/>
                </a:solidFill>
              </a:defRPr>
            </a:lvl4pPr>
            <a:lvl5pPr>
              <a:buClrTx/>
              <a:defRPr sz="1400">
                <a:solidFill>
                  <a:schemeClr val="tx1"/>
                </a:solidFill>
              </a:defRPr>
            </a:lvl5pPr>
            <a:lvl6pPr>
              <a:buClrTx/>
              <a:defRPr sz="1400">
                <a:solidFill>
                  <a:schemeClr val="tx1"/>
                </a:solidFill>
              </a:defRPr>
            </a:lvl6pPr>
            <a:lvl7pPr>
              <a:buClrTx/>
              <a:defRPr sz="1400">
                <a:solidFill>
                  <a:schemeClr val="tx1"/>
                </a:solidFill>
              </a:defRPr>
            </a:lvl7pPr>
            <a:lvl8pPr>
              <a:buClrTx/>
              <a:defRPr sz="1400">
                <a:solidFill>
                  <a:schemeClr val="tx1"/>
                </a:solidFill>
              </a:defRPr>
            </a:lvl8pPr>
            <a:lvl9pPr>
              <a:buClrTx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759" y="968400"/>
            <a:ext cx="9360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8D8331-E567-462E-94AD-787FA16D6F16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8EED89-0AED-46AD-A2A2-7D995A405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499" y="261056"/>
            <a:ext cx="9360000" cy="648000"/>
          </a:xfrm>
        </p:spPr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4520CD13-55AB-4EA3-83F8-DDA167D021A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116447" y="260891"/>
            <a:ext cx="1367800" cy="648000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 dirty="0"/>
              <a:t>Kundenlogo einfügen und über „Zuschneiden“ das Logo „Einpassen“</a:t>
            </a:r>
          </a:p>
        </p:txBody>
      </p:sp>
      <p:sp>
        <p:nvSpPr>
          <p:cNvPr id="20" name="Bildplatzhalter 3">
            <a:extLst>
              <a:ext uri="{FF2B5EF4-FFF2-40B4-BE49-F238E27FC236}">
                <a16:creationId xmlns:a16="http://schemas.microsoft.com/office/drawing/2014/main" id="{03BC1996-8E46-B142-B5EF-75F8D6EA441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229710" y="1723698"/>
            <a:ext cx="5307724" cy="30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Hier bitte Visualisierungen der Applikation einfügen.</a:t>
            </a:r>
          </a:p>
        </p:txBody>
      </p:sp>
      <p:pic>
        <p:nvPicPr>
          <p:cNvPr id="21" name="Grafik 20" descr="Ein Bild, das Elektronik, Monitor, Anzeige, Computer enthält.&#10;&#10;Automatisch generierte Beschreibung">
            <a:extLst>
              <a:ext uri="{FF2B5EF4-FFF2-40B4-BE49-F238E27FC236}">
                <a16:creationId xmlns:a16="http://schemas.microsoft.com/office/drawing/2014/main" id="{9BEC881D-DD87-1646-8060-0EFE0E61A165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43087" y="1509079"/>
            <a:ext cx="5715065" cy="458348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9220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490">
          <p15:clr>
            <a:srgbClr val="A4A3A4"/>
          </p15:clr>
        </p15:guide>
        <p15:guide id="2" pos="4739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9FB20A-4CA1-4046-A1E4-A4673B57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B96A3-1CDF-4855-8485-3D1B7E5C03A2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1C5D59-98EF-47B2-B19D-A874DC59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68242E-50F9-4244-B4BA-556C25D9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15">
            <a:extLst>
              <a:ext uri="{FF2B5EF4-FFF2-40B4-BE49-F238E27FC236}">
                <a16:creationId xmlns:a16="http://schemas.microsoft.com/office/drawing/2014/main" id="{721CEE0C-CF1E-4255-88E9-9C71665D2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144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BAC80A-AC36-4771-9E76-517D5CBE1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4927079D-CA0B-44BB-90D1-01BBB6FF51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5" y="1584325"/>
            <a:ext cx="10693673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75497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9FB20A-4CA1-4046-A1E4-A4673B57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B8F6A-5859-443E-8B2A-D2F039304B53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1C5D59-98EF-47B2-B19D-A874DC59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68242E-50F9-4244-B4BA-556C25D9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15">
            <a:extLst>
              <a:ext uri="{FF2B5EF4-FFF2-40B4-BE49-F238E27FC236}">
                <a16:creationId xmlns:a16="http://schemas.microsoft.com/office/drawing/2014/main" id="{721CEE0C-CF1E-4255-88E9-9C71665D2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144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BAC80A-AC36-4771-9E76-517D5CBE1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4927079D-CA0B-44BB-90D1-01BBB6FF51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5" y="1583680"/>
            <a:ext cx="5148535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5EF16FE8-58E3-493E-A214-DF6EF7EA0B1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39631" y="1583680"/>
            <a:ext cx="5148535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191698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741" userDrawn="1">
          <p15:clr>
            <a:srgbClr val="A4A3A4"/>
          </p15:clr>
        </p15:guide>
        <p15:guide id="2" pos="3492" userDrawn="1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9FB20A-4CA1-4046-A1E4-A4673B57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66D55-4B1D-4C98-990B-01ADFD59D8FA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1C5D59-98EF-47B2-B19D-A874DC59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68242E-50F9-4244-B4BA-556C25D9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15">
            <a:extLst>
              <a:ext uri="{FF2B5EF4-FFF2-40B4-BE49-F238E27FC236}">
                <a16:creationId xmlns:a16="http://schemas.microsoft.com/office/drawing/2014/main" id="{721CEE0C-CF1E-4255-88E9-9C71665D2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144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BAC80A-AC36-4771-9E76-517D5CBE1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4927079D-CA0B-44BB-90D1-01BBB6FF51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6" y="1583680"/>
            <a:ext cx="3311798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5EF16FE8-58E3-493E-A214-DF6EF7EA0B1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03689" y="1583680"/>
            <a:ext cx="3276599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F191D73B-74A6-4584-A706-8036374504E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775835" y="1583680"/>
            <a:ext cx="3312853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155237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3" pos="2585" userDrawn="1">
          <p15:clr>
            <a:srgbClr val="A4A3A4"/>
          </p15:clr>
        </p15:guide>
        <p15:guide id="4" pos="2335" userDrawn="1">
          <p15:clr>
            <a:srgbClr val="A4A3A4"/>
          </p15:clr>
        </p15:guide>
        <p15:guide id="5" pos="4898" userDrawn="1">
          <p15:clr>
            <a:srgbClr val="A4A3A4"/>
          </p15:clr>
        </p15:guide>
        <p15:guide id="6" pos="4649" userDrawn="1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er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9FB20A-4CA1-4046-A1E4-A4673B57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9EC5C-DD42-4431-B72B-68D8FA8194AB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1C5D59-98EF-47B2-B19D-A874DC59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68242E-50F9-4244-B4BA-556C25D9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15">
            <a:extLst>
              <a:ext uri="{FF2B5EF4-FFF2-40B4-BE49-F238E27FC236}">
                <a16:creationId xmlns:a16="http://schemas.microsoft.com/office/drawing/2014/main" id="{721CEE0C-CF1E-4255-88E9-9C71665D2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144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BAC80A-AC36-4771-9E76-517D5CBE1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4927079D-CA0B-44BB-90D1-01BBB6FF51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6" y="1583680"/>
            <a:ext cx="2376000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5EF16FE8-58E3-493E-A214-DF6EF7EA0B1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167412" y="1583680"/>
            <a:ext cx="2376000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F191D73B-74A6-4584-A706-8036374504E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939808" y="1583680"/>
            <a:ext cx="2376000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5AD396FC-940C-4A65-A592-132B514DC33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712203" y="1583680"/>
            <a:ext cx="2376000" cy="43561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57251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741" userDrawn="1">
          <p15:clr>
            <a:srgbClr val="A4A3A4"/>
          </p15:clr>
        </p15:guide>
        <p15:guide id="2" pos="3492" userDrawn="1">
          <p15:clr>
            <a:srgbClr val="A4A3A4"/>
          </p15:clr>
        </p15:guide>
        <p15:guide id="3" pos="1995" userDrawn="1">
          <p15:clr>
            <a:srgbClr val="A4A3A4"/>
          </p15:clr>
        </p15:guide>
        <p15:guide id="4" pos="1746" userDrawn="1">
          <p15:clr>
            <a:srgbClr val="A4A3A4"/>
          </p15:clr>
        </p15:guide>
        <p15:guide id="5" pos="5238" userDrawn="1">
          <p15:clr>
            <a:srgbClr val="A4A3A4"/>
          </p15:clr>
        </p15:guide>
        <p15:guide id="6" pos="5488" userDrawn="1">
          <p15:clr>
            <a:srgbClr val="A4A3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er Bilder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9FB20A-4CA1-4046-A1E4-A4673B57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96D1-AC28-442F-8944-ABF7A8FC9C50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1C5D59-98EF-47B2-B19D-A874DC59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68242E-50F9-4244-B4BA-556C25D9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15">
            <a:extLst>
              <a:ext uri="{FF2B5EF4-FFF2-40B4-BE49-F238E27FC236}">
                <a16:creationId xmlns:a16="http://schemas.microsoft.com/office/drawing/2014/main" id="{721CEE0C-CF1E-4255-88E9-9C71665D2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144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BAC80A-AC36-4771-9E76-517D5CBE1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hinzufügen</a:t>
            </a: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4927079D-CA0B-44BB-90D1-01BBB6FF51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5" y="1583680"/>
            <a:ext cx="5148535" cy="19800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5EF16FE8-58E3-493E-A214-DF6EF7EA0B1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39631" y="1583680"/>
            <a:ext cx="5148535" cy="19800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705871A2-4DDB-4EA0-A8C2-9FF3A33609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95052" y="3959944"/>
            <a:ext cx="5148535" cy="19800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50BFFAC0-B129-4DCE-9F2C-27616421D06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939668" y="3959944"/>
            <a:ext cx="5148535" cy="1980000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100481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741" userDrawn="1">
          <p15:clr>
            <a:srgbClr val="A4A3A4"/>
          </p15:clr>
        </p15:guide>
        <p15:guide id="2" pos="3492" userDrawn="1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flächiges Bild | Logo 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3">
            <a:extLst>
              <a:ext uri="{FF2B5EF4-FFF2-40B4-BE49-F238E27FC236}">
                <a16:creationId xmlns:a16="http://schemas.microsoft.com/office/drawing/2014/main" id="{821E816B-7864-4834-8B98-434A344FF5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879263" cy="6335713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6421E8AE-1894-4863-B8CC-C6EF7B4411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32247" y="288000"/>
            <a:ext cx="1152000" cy="216000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77A66E3-1DFB-4855-AC4D-41A9D83EAAAA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CBB679F1-7DB3-4162-A1EC-C9F44FA5A60A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0F9D2F3-6A80-41BB-93F0-9F1D0F9DBD86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F44E6300-DC93-44C3-85CC-402D7EE61837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F2BAA4E8-87CC-490D-9639-AFB4765ADFFD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39672AAC-9B25-4CDD-9753-2A18A9385008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73BAE8E9-231A-4ECB-B237-3668B4864742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84BF4348-5E3A-4314-8924-872F2CDC1665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AF0E6971-E26E-4AF3-861D-082678B586AA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9A409D5C-AD82-4538-912A-140424F8ADF2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F80BCA5-D383-43DA-93BB-1A4B422EF28F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9C735F1A-4838-4D37-AE50-F7955810A11D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FD409D30-683F-408E-9595-0B41F7E19A31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970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flächiges Bild |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3">
            <a:extLst>
              <a:ext uri="{FF2B5EF4-FFF2-40B4-BE49-F238E27FC236}">
                <a16:creationId xmlns:a16="http://schemas.microsoft.com/office/drawing/2014/main" id="{821E816B-7864-4834-8B98-434A344FF5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879263" cy="6335713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6421E8AE-1894-4863-B8CC-C6EF7B4411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32247" y="288000"/>
            <a:ext cx="1152000" cy="216000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F69E6302-564B-435D-9E01-699E7288D6F3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395C5601-2753-4824-AF40-70E78D0F226A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A8B5851E-04B2-4EA2-8BF1-53887C19128B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CB9DD8C5-D40B-4BB9-8544-2BB6501C5ABC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5A28C698-F9BD-4A08-ADC5-A3DBBDD66BC3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A5BA5EA6-2B8D-4DA6-B050-9494A60B2A81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A4FF3B57-265C-4D38-A636-EEDA03172860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747B54F2-928A-4650-B19D-D7A89D1B8320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3B4CB2FB-288F-4934-8CD9-4519BBB13624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3F806EB2-B18F-4723-A34E-DD1819461CCE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3F41DBD-4E71-4664-BD74-2530B9C0C5D6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F08AAD9-3AD3-4D9C-AEE8-E7789FAFA935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5C6FC510-18B0-4FA0-94EC-0E05F24DCF2B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907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9FB20A-4CA1-4046-A1E4-A4673B57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9288-CEC7-47F4-BD46-D4D4AF3B3418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1C5D59-98EF-47B2-B19D-A874DC59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68242E-50F9-4244-B4BA-556C25D9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15">
            <a:extLst>
              <a:ext uri="{FF2B5EF4-FFF2-40B4-BE49-F238E27FC236}">
                <a16:creationId xmlns:a16="http://schemas.microsoft.com/office/drawing/2014/main" id="{721CEE0C-CF1E-4255-88E9-9C71665D2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5" y="968400"/>
            <a:ext cx="914400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 b="0"/>
            </a:lvl2pPr>
            <a:lvl3pPr marL="0" indent="0">
              <a:buNone/>
              <a:defRPr sz="1800" b="0"/>
            </a:lvl3pPr>
            <a:lvl4pPr marL="0" indent="0">
              <a:buNone/>
              <a:defRPr sz="1800" b="0"/>
            </a:lvl4pPr>
            <a:lvl5pPr marL="0" indent="0">
              <a:buNone/>
              <a:defRPr sz="1800" b="0"/>
            </a:lvl5pPr>
            <a:lvl6pPr marL="0" indent="0">
              <a:buNone/>
              <a:defRPr sz="1800" b="0"/>
            </a:lvl6pPr>
            <a:lvl7pPr marL="0" indent="0">
              <a:buNone/>
              <a:defRPr sz="1800" b="0"/>
            </a:lvl7pPr>
            <a:lvl8pPr marL="0" indent="0">
              <a:buNone/>
              <a:defRPr sz="1800" b="0"/>
            </a:lvl8pPr>
            <a:lvl9pPr marL="0" indent="0">
              <a:buNone/>
              <a:defRPr sz="1800" b="0"/>
            </a:lvl9pPr>
          </a:lstStyle>
          <a:p>
            <a:pPr lvl="0"/>
            <a:r>
              <a:rPr lang="de-DE" dirty="0"/>
              <a:t>Untertitel der Folie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BAC80A-AC36-4771-9E76-517D5CBE1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4237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741" userDrawn="1">
          <p15:clr>
            <a:srgbClr val="A4A3A4"/>
          </p15:clr>
        </p15:guide>
        <p15:guide id="2" pos="3492" userDrawn="1">
          <p15:clr>
            <a:srgbClr val="A4A3A4"/>
          </p15:clr>
        </p15:guide>
        <p15:guide id="3" pos="2585" userDrawn="1">
          <p15:clr>
            <a:srgbClr val="A4A3A4"/>
          </p15:clr>
        </p15:guide>
        <p15:guide id="4" pos="2335" userDrawn="1">
          <p15:clr>
            <a:srgbClr val="A4A3A4"/>
          </p15:clr>
        </p15:guide>
        <p15:guide id="5" pos="4898" userDrawn="1">
          <p15:clr>
            <a:srgbClr val="A4A3A4"/>
          </p15:clr>
        </p15:guide>
        <p15:guide id="6" pos="4649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9F57580-7C0F-4A5A-B1F2-3AD0BEA3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E6E0-B045-4B0E-A7CC-D5879E3A5B44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D4FAEC-0AFE-410B-BBF8-0E869D9C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990989-4471-45C8-8DA7-E1115AD6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374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er | komp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A2A3411-6EA9-4F22-8F95-3D8025FD5D56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67873072-5A80-442E-AC29-DCF343B008DF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AEE07831-C5AD-435A-B30E-42AE6EEF8928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6A56E354-1D40-402F-B4A1-6D1AEF3DEB34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5EFD7697-90CC-46BC-950B-15B11ADF500A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8221711D-E42E-402A-B0D2-A5EBF95986AC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F138099-59F1-4501-949E-70FB68E3B206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4AF892BB-3023-46C4-9FF7-58078B7E048D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6D26F5E6-5E0B-49AC-832A-F9BF5209E90A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F091E9A0-20C3-4340-A0A2-7CC9F6EA9765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3C4E1E45-69C3-4786-BE7F-4F267FAC0AE0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C85D2AD9-8CD1-4EF0-9DBB-94A03FE4D8F7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6F32CCF2-B6AE-4AEF-8311-78651C8D3200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596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arbeiterprofil | lang |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DF220-372F-4994-AED3-3776E2F88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15" y="4123352"/>
            <a:ext cx="3167997" cy="576000"/>
          </a:xfrm>
        </p:spPr>
        <p:txBody>
          <a:bodyPr/>
          <a:lstStyle>
            <a:lvl1pPr>
              <a:defRPr sz="2000"/>
            </a:lvl1pPr>
          </a:lstStyle>
          <a:p>
            <a:r>
              <a:rPr lang="de-DE" dirty="0"/>
              <a:t>Vorname Nachname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6" y="4756794"/>
            <a:ext cx="3168658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/>
            </a:lvl1pPr>
            <a:lvl2pPr marL="0" indent="0">
              <a:buFont typeface="Arial" panose="020B0604020202020204" pitchFamily="34" charset="0"/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  <a:lvl6pPr marL="0" indent="0">
              <a:buNone/>
              <a:defRPr sz="1600" b="1"/>
            </a:lvl6pPr>
            <a:lvl7pPr marL="0" indent="0">
              <a:buNone/>
              <a:defRPr sz="1600" b="1"/>
            </a:lvl7pPr>
            <a:lvl8pPr marL="0" indent="0">
              <a:buNone/>
              <a:defRPr sz="1600" b="1"/>
            </a:lvl8pPr>
            <a:lvl9pPr marL="0" indent="0">
              <a:buNone/>
              <a:defRPr sz="1600" b="1"/>
            </a:lvl9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FD45D6-8702-4897-A8AE-AAB58A790F28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9A9AAFB4-2BEC-4707-851A-AE833DD29A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3" y="287338"/>
            <a:ext cx="3168000" cy="3672375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2B6EA209-BBF2-403F-B72C-3C7E12F762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16" y="5328096"/>
            <a:ext cx="3168922" cy="6120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400" b="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400" b="0"/>
            </a:lvl2pPr>
            <a:lvl3pPr marL="0" indent="0">
              <a:spcBef>
                <a:spcPts val="0"/>
              </a:spcBef>
              <a:buNone/>
              <a:defRPr sz="1400" b="0"/>
            </a:lvl3pPr>
            <a:lvl4pPr marL="0" indent="0">
              <a:spcBef>
                <a:spcPts val="0"/>
              </a:spcBef>
              <a:buNone/>
              <a:defRPr sz="1400" b="0"/>
            </a:lvl4pPr>
            <a:lvl5pPr marL="0" indent="0">
              <a:spcBef>
                <a:spcPts val="0"/>
              </a:spcBef>
              <a:buNone/>
              <a:defRPr sz="1400" b="0"/>
            </a:lvl5pPr>
            <a:lvl6pPr marL="0" indent="0">
              <a:spcBef>
                <a:spcPts val="0"/>
              </a:spcBef>
              <a:buNone/>
              <a:defRPr sz="1400" b="0"/>
            </a:lvl6pPr>
            <a:lvl7pPr marL="0" indent="0">
              <a:spcBef>
                <a:spcPts val="0"/>
              </a:spcBef>
              <a:buNone/>
              <a:defRPr sz="1400" b="0"/>
            </a:lvl7pPr>
            <a:lvl8pPr marL="0" indent="0">
              <a:spcBef>
                <a:spcPts val="0"/>
              </a:spcBef>
              <a:buNone/>
              <a:defRPr sz="1400" b="0"/>
            </a:lvl8pPr>
            <a:lvl9pPr marL="0" indent="0">
              <a:spcBef>
                <a:spcPts val="0"/>
              </a:spcBef>
              <a:buNone/>
              <a:defRPr sz="1400" b="0"/>
            </a:lvl9pPr>
          </a:lstStyle>
          <a:p>
            <a:pPr lvl="0"/>
            <a:r>
              <a:rPr lang="de-DE" dirty="0" err="1"/>
              <a:t>Berufserfarung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99DE39D2-D77D-49E5-ADD6-7CB819FE4B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60203" y="792001"/>
            <a:ext cx="7128000" cy="5147712"/>
          </a:xfrm>
        </p:spPr>
        <p:txBody>
          <a:bodyPr numCol="1" spcCol="396000"/>
          <a:lstStyle>
            <a:lvl1pPr marL="144000" indent="-144000">
              <a:spcBef>
                <a:spcPts val="300"/>
              </a:spcBef>
              <a:defRPr sz="1200"/>
            </a:lvl1pPr>
            <a:lvl2pPr>
              <a:defRPr sz="1400" b="1"/>
            </a:lvl2pPr>
            <a:lvl3pPr marL="288000" indent="-144000"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65358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245" userDrawn="1">
          <p15:clr>
            <a:srgbClr val="A4A3A4"/>
          </p15:clr>
        </p15:guide>
        <p15:guide id="2" pos="2494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arbeiterprofil | lang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DF220-372F-4994-AED3-3776E2F88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15" y="4123352"/>
            <a:ext cx="3167997" cy="576000"/>
          </a:xfrm>
        </p:spPr>
        <p:txBody>
          <a:bodyPr/>
          <a:lstStyle>
            <a:lvl1pPr>
              <a:defRPr sz="2000"/>
            </a:lvl1pPr>
          </a:lstStyle>
          <a:p>
            <a:r>
              <a:rPr lang="de-DE" dirty="0"/>
              <a:t>Vorname Nachname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6" y="4756794"/>
            <a:ext cx="3168658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/>
            </a:lvl1pPr>
            <a:lvl2pPr marL="0" indent="0">
              <a:buFont typeface="Arial" panose="020B0604020202020204" pitchFamily="34" charset="0"/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  <a:lvl6pPr marL="0" indent="0">
              <a:buNone/>
              <a:defRPr sz="1600" b="1"/>
            </a:lvl6pPr>
            <a:lvl7pPr marL="0" indent="0">
              <a:buNone/>
              <a:defRPr sz="1600" b="1"/>
            </a:lvl7pPr>
            <a:lvl8pPr marL="0" indent="0">
              <a:buNone/>
              <a:defRPr sz="1600" b="1"/>
            </a:lvl8pPr>
            <a:lvl9pPr marL="0" indent="0">
              <a:buNone/>
              <a:defRPr sz="1600" b="1"/>
            </a:lvl9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C07F75F-C63B-4ADF-9E2E-EF69BCA50BAB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9A9AAFB4-2BEC-4707-851A-AE833DD29A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3" y="287338"/>
            <a:ext cx="3168000" cy="3672375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2B6EA209-BBF2-403F-B72C-3C7E12F762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16" y="5328096"/>
            <a:ext cx="3168922" cy="6120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400" b="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400" b="0"/>
            </a:lvl2pPr>
            <a:lvl3pPr marL="0" indent="0">
              <a:spcBef>
                <a:spcPts val="0"/>
              </a:spcBef>
              <a:buNone/>
              <a:defRPr sz="1400" b="0"/>
            </a:lvl3pPr>
            <a:lvl4pPr marL="0" indent="0">
              <a:spcBef>
                <a:spcPts val="0"/>
              </a:spcBef>
              <a:buNone/>
              <a:defRPr sz="1400" b="0"/>
            </a:lvl4pPr>
            <a:lvl5pPr marL="0" indent="0">
              <a:spcBef>
                <a:spcPts val="0"/>
              </a:spcBef>
              <a:buNone/>
              <a:defRPr sz="1400" b="0"/>
            </a:lvl5pPr>
            <a:lvl6pPr marL="0" indent="0">
              <a:spcBef>
                <a:spcPts val="0"/>
              </a:spcBef>
              <a:buNone/>
              <a:defRPr sz="1400" b="0"/>
            </a:lvl6pPr>
            <a:lvl7pPr marL="0" indent="0">
              <a:spcBef>
                <a:spcPts val="0"/>
              </a:spcBef>
              <a:buNone/>
              <a:defRPr sz="1400" b="0"/>
            </a:lvl7pPr>
            <a:lvl8pPr marL="0" indent="0">
              <a:spcBef>
                <a:spcPts val="0"/>
              </a:spcBef>
              <a:buNone/>
              <a:defRPr sz="1400" b="0"/>
            </a:lvl8pPr>
            <a:lvl9pPr marL="0" indent="0">
              <a:spcBef>
                <a:spcPts val="0"/>
              </a:spcBef>
              <a:buNone/>
              <a:defRPr sz="1400" b="0"/>
            </a:lvl9pPr>
          </a:lstStyle>
          <a:p>
            <a:pPr lvl="0"/>
            <a:r>
              <a:rPr lang="de-DE" dirty="0" err="1"/>
              <a:t>Berufserfarung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99DE39D2-D77D-49E5-ADD6-7CB819FE4B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60203" y="792001"/>
            <a:ext cx="7128000" cy="5147712"/>
          </a:xfrm>
        </p:spPr>
        <p:txBody>
          <a:bodyPr numCol="2" spcCol="396000"/>
          <a:lstStyle>
            <a:lvl1pPr marL="144000" indent="-144000">
              <a:spcBef>
                <a:spcPts val="300"/>
              </a:spcBef>
              <a:defRPr sz="1200"/>
            </a:lvl1pPr>
            <a:lvl2pPr>
              <a:defRPr sz="1400" b="1"/>
            </a:lvl2pPr>
            <a:lvl3pPr marL="288000" indent="-144000"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28727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245" userDrawn="1">
          <p15:clr>
            <a:srgbClr val="A4A3A4"/>
          </p15:clr>
        </p15:guide>
        <p15:guide id="2" pos="2494" userDrawn="1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arbeiterprofil | lang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DF220-372F-4994-AED3-3776E2F88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016" y="4123352"/>
            <a:ext cx="2376264" cy="576000"/>
          </a:xfrm>
        </p:spPr>
        <p:txBody>
          <a:bodyPr/>
          <a:lstStyle>
            <a:lvl1pPr>
              <a:defRPr sz="2000"/>
            </a:lvl1pPr>
          </a:lstStyle>
          <a:p>
            <a:r>
              <a:rPr lang="de-DE" dirty="0"/>
              <a:t>Vorname Nachname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016" y="4756794"/>
            <a:ext cx="2376760" cy="288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/>
            </a:lvl1pPr>
            <a:lvl2pPr marL="0" indent="0">
              <a:buFont typeface="Arial" panose="020B0604020202020204" pitchFamily="34" charset="0"/>
              <a:buNone/>
              <a:defRPr sz="1600" b="1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  <a:lvl6pPr marL="0" indent="0">
              <a:buNone/>
              <a:defRPr sz="1600" b="1"/>
            </a:lvl6pPr>
            <a:lvl7pPr marL="0" indent="0">
              <a:buNone/>
              <a:defRPr sz="1600" b="1"/>
            </a:lvl7pPr>
            <a:lvl8pPr marL="0" indent="0">
              <a:buNone/>
              <a:defRPr sz="1600" b="1"/>
            </a:lvl8pPr>
            <a:lvl9pPr marL="0" indent="0">
              <a:buNone/>
              <a:defRPr sz="1600" b="1"/>
            </a:lvl9pPr>
          </a:lstStyle>
          <a:p>
            <a:pPr lvl="8"/>
            <a:r>
              <a:rPr lang="de-DE" dirty="0"/>
              <a:t>Position</a:t>
            </a:r>
          </a:p>
        </p:txBody>
      </p:sp>
      <p:sp>
        <p:nvSpPr>
          <p:cNvPr id="321" name="Datumsplatzhalter 320">
            <a:extLst>
              <a:ext uri="{FF2B5EF4-FFF2-40B4-BE49-F238E27FC236}">
                <a16:creationId xmlns:a16="http://schemas.microsoft.com/office/drawing/2014/main" id="{46595131-8E39-4766-B099-A318A8C14D0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2C9CF1C-F2A0-49AE-94EF-8FFE6F4A7F1D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22" name="Fußzeilenplatzhalter 321">
            <a:extLst>
              <a:ext uri="{FF2B5EF4-FFF2-40B4-BE49-F238E27FC236}">
                <a16:creationId xmlns:a16="http://schemas.microsoft.com/office/drawing/2014/main" id="{F580B053-B44E-4F9F-80F8-E3EDD807D8C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23" name="Foliennummernplatzhalter 322">
            <a:extLst>
              <a:ext uri="{FF2B5EF4-FFF2-40B4-BE49-F238E27FC236}">
                <a16:creationId xmlns:a16="http://schemas.microsoft.com/office/drawing/2014/main" id="{F29CA1A6-62F8-46F6-9581-D08298CB9A9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9A9AAFB4-2BEC-4707-851A-AE833DD29A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95014" y="287338"/>
            <a:ext cx="2376761" cy="3672375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2B6EA209-BBF2-403F-B72C-3C7E12F762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5016" y="5328096"/>
            <a:ext cx="2376264" cy="6120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400" b="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400" b="0"/>
            </a:lvl2pPr>
            <a:lvl3pPr marL="0" indent="0">
              <a:spcBef>
                <a:spcPts val="0"/>
              </a:spcBef>
              <a:buNone/>
              <a:defRPr sz="1400" b="0"/>
            </a:lvl3pPr>
            <a:lvl4pPr marL="0" indent="0">
              <a:spcBef>
                <a:spcPts val="0"/>
              </a:spcBef>
              <a:buNone/>
              <a:defRPr sz="1400" b="0"/>
            </a:lvl4pPr>
            <a:lvl5pPr marL="0" indent="0">
              <a:spcBef>
                <a:spcPts val="0"/>
              </a:spcBef>
              <a:buNone/>
              <a:defRPr sz="1400" b="0"/>
            </a:lvl5pPr>
            <a:lvl6pPr marL="0" indent="0">
              <a:spcBef>
                <a:spcPts val="0"/>
              </a:spcBef>
              <a:buNone/>
              <a:defRPr sz="1400" b="0"/>
            </a:lvl6pPr>
            <a:lvl7pPr marL="0" indent="0">
              <a:spcBef>
                <a:spcPts val="0"/>
              </a:spcBef>
              <a:buNone/>
              <a:defRPr sz="1400" b="0"/>
            </a:lvl7pPr>
            <a:lvl8pPr marL="0" indent="0">
              <a:spcBef>
                <a:spcPts val="0"/>
              </a:spcBef>
              <a:buNone/>
              <a:defRPr sz="1400" b="0"/>
            </a:lvl8pPr>
            <a:lvl9pPr marL="0" indent="0">
              <a:spcBef>
                <a:spcPts val="0"/>
              </a:spcBef>
              <a:buNone/>
              <a:defRPr sz="1400" b="0"/>
            </a:lvl9pPr>
          </a:lstStyle>
          <a:p>
            <a:pPr lvl="0"/>
            <a:r>
              <a:rPr lang="de-DE" dirty="0" err="1"/>
              <a:t>Berufserfarung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99DE39D2-D77D-49E5-ADD6-7CB819FE4B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68340" y="792001"/>
            <a:ext cx="7920347" cy="5147712"/>
          </a:xfrm>
        </p:spPr>
        <p:txBody>
          <a:bodyPr numCol="3" spcCol="396000"/>
          <a:lstStyle>
            <a:lvl1pPr marL="144000" indent="-144000">
              <a:spcBef>
                <a:spcPts val="300"/>
              </a:spcBef>
              <a:defRPr sz="1200"/>
            </a:lvl1pPr>
            <a:lvl2pPr>
              <a:defRPr sz="1400" b="1"/>
            </a:lvl2pPr>
            <a:lvl3pPr marL="288000" indent="-144000"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98066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995" userDrawn="1">
          <p15:clr>
            <a:srgbClr val="A4A3A4"/>
          </p15:clr>
        </p15:guide>
        <p15:guide id="2" pos="1746" userDrawn="1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| 2 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ildplatzhalter 3">
            <a:extLst>
              <a:ext uri="{FF2B5EF4-FFF2-40B4-BE49-F238E27FC236}">
                <a16:creationId xmlns:a16="http://schemas.microsoft.com/office/drawing/2014/main" id="{F266423A-B128-43CE-8732-D78FE70089D4}"/>
              </a:ext>
            </a:extLst>
          </p:cNvPr>
          <p:cNvSpPr>
            <a:spLocks noGrp="1"/>
          </p:cNvSpPr>
          <p:nvPr userDrawn="1">
            <p:ph type="pic" sz="quarter" idx="22" hasCustomPrompt="1"/>
          </p:nvPr>
        </p:nvSpPr>
        <p:spPr>
          <a:xfrm>
            <a:off x="7919851" y="1584326"/>
            <a:ext cx="3168000" cy="1979354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41" name="Bildplatzhalter 3">
            <a:extLst>
              <a:ext uri="{FF2B5EF4-FFF2-40B4-BE49-F238E27FC236}">
                <a16:creationId xmlns:a16="http://schemas.microsoft.com/office/drawing/2014/main" id="{80A5D1A9-0C30-41DB-B07D-98BFC9F3C846}"/>
              </a:ext>
            </a:extLst>
          </p:cNvPr>
          <p:cNvSpPr>
            <a:spLocks noGrp="1"/>
          </p:cNvSpPr>
          <p:nvPr userDrawn="1">
            <p:ph type="pic" sz="quarter" idx="24" hasCustomPrompt="1"/>
          </p:nvPr>
        </p:nvSpPr>
        <p:spPr>
          <a:xfrm>
            <a:off x="4355455" y="1584326"/>
            <a:ext cx="3168000" cy="1979354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987A5F-9324-4476-9552-3F11A8919B6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lang="de-DE" dirty="0"/>
              <a:t>Ihr Projekt</a:t>
            </a:r>
          </a:p>
        </p:txBody>
      </p:sp>
      <p:sp>
        <p:nvSpPr>
          <p:cNvPr id="20" name="Textplatzhalter 15">
            <a:extLst>
              <a:ext uri="{FF2B5EF4-FFF2-40B4-BE49-F238E27FC236}">
                <a16:creationId xmlns:a16="http://schemas.microsoft.com/office/drawing/2014/main" id="{00FC9088-7820-4A70-86EA-F0BDA9162618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4355455" y="4715776"/>
            <a:ext cx="3168000" cy="1224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219075" algn="l"/>
                <a:tab pos="3451225" algn="r"/>
                <a:tab pos="3887788" algn="l"/>
                <a:tab pos="7339013" algn="r"/>
                <a:tab pos="7775575" algn="l"/>
                <a:tab pos="11228388" algn="r"/>
              </a:tabLst>
              <a:defRPr sz="1200" b="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/>
            </a:lvl2pPr>
            <a:lvl3pPr marL="0" indent="0">
              <a:spcBef>
                <a:spcPts val="0"/>
              </a:spcBef>
              <a:buNone/>
              <a:defRPr sz="1200" b="0"/>
            </a:lvl3pPr>
            <a:lvl4pPr marL="0" indent="0">
              <a:spcBef>
                <a:spcPts val="0"/>
              </a:spcBef>
              <a:buNone/>
              <a:defRPr sz="1200" b="0"/>
            </a:lvl4pPr>
            <a:lvl5pPr marL="0" indent="0">
              <a:spcBef>
                <a:spcPts val="0"/>
              </a:spcBef>
              <a:buNone/>
              <a:defRPr sz="1200" b="0"/>
            </a:lvl5pPr>
            <a:lvl6pPr marL="0" indent="0">
              <a:spcBef>
                <a:spcPts val="0"/>
              </a:spcBef>
              <a:buNone/>
              <a:defRPr sz="1200" b="0"/>
            </a:lvl6pPr>
            <a:lvl7pPr marL="0" indent="0">
              <a:spcBef>
                <a:spcPts val="0"/>
              </a:spcBef>
              <a:buNone/>
              <a:defRPr sz="1200" b="0"/>
            </a:lvl7pPr>
            <a:lvl8pPr marL="0" indent="0">
              <a:spcBef>
                <a:spcPts val="0"/>
              </a:spcBef>
              <a:buNone/>
              <a:defRPr sz="1200" b="0"/>
            </a:lvl8pPr>
            <a:lvl9pPr marL="0" indent="0">
              <a:spcBef>
                <a:spcPts val="0"/>
              </a:spcBef>
              <a:buNone/>
              <a:defRPr sz="1200" b="0"/>
            </a:lvl9pPr>
          </a:lstStyle>
          <a:p>
            <a:pPr lvl="0"/>
            <a:r>
              <a:rPr lang="de-DE" dirty="0"/>
              <a:t>Text hinzufügen</a:t>
            </a:r>
          </a:p>
        </p:txBody>
      </p:sp>
      <p:sp>
        <p:nvSpPr>
          <p:cNvPr id="26" name="Textplatzhalter 15">
            <a:extLst>
              <a:ext uri="{FF2B5EF4-FFF2-40B4-BE49-F238E27FC236}">
                <a16:creationId xmlns:a16="http://schemas.microsoft.com/office/drawing/2014/main" id="{21E117AE-F1C7-40F1-81BB-CEA84C20AFE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55807" y="3671660"/>
            <a:ext cx="3168000" cy="5040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9" name="Textplatzhalter 15">
            <a:extLst>
              <a:ext uri="{FF2B5EF4-FFF2-40B4-BE49-F238E27FC236}">
                <a16:creationId xmlns:a16="http://schemas.microsoft.com/office/drawing/2014/main" id="{08D44756-E739-4EC4-8FD0-0D8B749087B7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4354426" y="4230030"/>
            <a:ext cx="3168000" cy="432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Position | Unternehmen</a:t>
            </a:r>
          </a:p>
        </p:txBody>
      </p:sp>
      <p:sp>
        <p:nvSpPr>
          <p:cNvPr id="25" name="Textplatzhalter 15">
            <a:extLst>
              <a:ext uri="{FF2B5EF4-FFF2-40B4-BE49-F238E27FC236}">
                <a16:creationId xmlns:a16="http://schemas.microsoft.com/office/drawing/2014/main" id="{6D417646-6C2A-430E-B4E6-0C6D324FEE1D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7919851" y="4716028"/>
            <a:ext cx="3168000" cy="1224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219075" algn="l"/>
                <a:tab pos="3451225" algn="r"/>
                <a:tab pos="3887788" algn="l"/>
                <a:tab pos="7339013" algn="r"/>
                <a:tab pos="7775575" algn="l"/>
                <a:tab pos="11228388" algn="r"/>
              </a:tabLst>
              <a:defRPr sz="1200" b="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/>
            </a:lvl2pPr>
            <a:lvl3pPr marL="0" indent="0">
              <a:spcBef>
                <a:spcPts val="0"/>
              </a:spcBef>
              <a:buNone/>
              <a:defRPr sz="1200" b="0"/>
            </a:lvl3pPr>
            <a:lvl4pPr marL="0" indent="0">
              <a:spcBef>
                <a:spcPts val="0"/>
              </a:spcBef>
              <a:buNone/>
              <a:defRPr sz="1200" b="0"/>
            </a:lvl4pPr>
            <a:lvl5pPr marL="0" indent="0">
              <a:spcBef>
                <a:spcPts val="0"/>
              </a:spcBef>
              <a:buNone/>
              <a:defRPr sz="1200" b="0"/>
            </a:lvl5pPr>
            <a:lvl6pPr marL="0" indent="0">
              <a:spcBef>
                <a:spcPts val="0"/>
              </a:spcBef>
              <a:buNone/>
              <a:defRPr sz="1200" b="0"/>
            </a:lvl6pPr>
            <a:lvl7pPr marL="0" indent="0">
              <a:spcBef>
                <a:spcPts val="0"/>
              </a:spcBef>
              <a:buNone/>
              <a:defRPr sz="1200" b="0"/>
            </a:lvl7pPr>
            <a:lvl8pPr marL="0" indent="0">
              <a:spcBef>
                <a:spcPts val="0"/>
              </a:spcBef>
              <a:buNone/>
              <a:defRPr sz="1200" b="0"/>
            </a:lvl8pPr>
            <a:lvl9pPr marL="0" indent="0">
              <a:spcBef>
                <a:spcPts val="0"/>
              </a:spcBef>
              <a:buNone/>
              <a:defRPr sz="1200" b="0"/>
            </a:lvl9pPr>
          </a:lstStyle>
          <a:p>
            <a:pPr lvl="0"/>
            <a:r>
              <a:rPr lang="de-DE" dirty="0"/>
              <a:t>Text hinzufügen</a:t>
            </a:r>
          </a:p>
        </p:txBody>
      </p:sp>
      <p:sp>
        <p:nvSpPr>
          <p:cNvPr id="27" name="Textplatzhalter 15">
            <a:extLst>
              <a:ext uri="{FF2B5EF4-FFF2-40B4-BE49-F238E27FC236}">
                <a16:creationId xmlns:a16="http://schemas.microsoft.com/office/drawing/2014/main" id="{10F19AB8-E7AD-4C3E-926A-E21DA6603F94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7920203" y="3671912"/>
            <a:ext cx="3168000" cy="5040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28" name="Textplatzhalter 15">
            <a:extLst>
              <a:ext uri="{FF2B5EF4-FFF2-40B4-BE49-F238E27FC236}">
                <a16:creationId xmlns:a16="http://schemas.microsoft.com/office/drawing/2014/main" id="{04A7E7AE-24CC-4ADB-A931-AF8DEC94E168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7918822" y="4230282"/>
            <a:ext cx="3168000" cy="432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Position | Unternehmen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A57CF4C-7170-1949-B244-7168687B6B12}"/>
              </a:ext>
            </a:extLst>
          </p:cNvPr>
          <p:cNvGrpSpPr/>
          <p:nvPr userDrawn="1"/>
        </p:nvGrpSpPr>
        <p:grpSpPr>
          <a:xfrm>
            <a:off x="0" y="3167856"/>
            <a:ext cx="1583494" cy="3167857"/>
            <a:chOff x="0" y="3167856"/>
            <a:chExt cx="1583494" cy="316785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BF088DE5-76DD-7247-8B56-05A70962A1A7}"/>
                </a:ext>
              </a:extLst>
            </p:cNvPr>
            <p:cNvSpPr/>
            <p:nvPr userDrawn="1"/>
          </p:nvSpPr>
          <p:spPr bwMode="gray">
            <a:xfrm rot="10800000">
              <a:off x="791409" y="4751872"/>
              <a:ext cx="792085" cy="79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22AA445B-E5AE-6C4E-80FA-5A79DBDEED64}"/>
                </a:ext>
              </a:extLst>
            </p:cNvPr>
            <p:cNvSpPr/>
            <p:nvPr userDrawn="1"/>
          </p:nvSpPr>
          <p:spPr bwMode="gray">
            <a:xfrm rot="10800000">
              <a:off x="1" y="5543713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C7F3B1AD-890A-8242-8E01-EA8B79F5C9EB}"/>
                </a:ext>
              </a:extLst>
            </p:cNvPr>
            <p:cNvSpPr/>
            <p:nvPr userDrawn="1"/>
          </p:nvSpPr>
          <p:spPr bwMode="gray">
            <a:xfrm rot="10800000">
              <a:off x="0" y="3167856"/>
              <a:ext cx="792085" cy="828092"/>
            </a:xfrm>
            <a:prstGeom prst="rect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3E848613-46FE-1D43-8440-C69EAC8AE160}"/>
                </a:ext>
              </a:extLst>
            </p:cNvPr>
            <p:cNvSpPr txBox="1"/>
            <p:nvPr userDrawn="1"/>
          </p:nvSpPr>
          <p:spPr>
            <a:xfrm>
              <a:off x="609600" y="519248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144000" indent="-144000" algn="l">
                <a:spcBef>
                  <a:spcPts val="60"/>
                </a:spcBef>
                <a:buSzPct val="100000"/>
                <a:buFont typeface="Wingdings" panose="05000000000000000000" pitchFamily="2" charset="2"/>
                <a:buChar char="§"/>
              </a:pPr>
              <a:endParaRPr lang="de-DE" sz="1400" dirty="0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677BB3C3-8119-3F4C-A9EF-238AD3CCF1A9}"/>
                </a:ext>
              </a:extLst>
            </p:cNvPr>
            <p:cNvSpPr/>
            <p:nvPr userDrawn="1"/>
          </p:nvSpPr>
          <p:spPr bwMode="gray">
            <a:xfrm rot="10800000">
              <a:off x="1" y="3960032"/>
              <a:ext cx="792085" cy="792000"/>
            </a:xfrm>
            <a:prstGeom prst="rect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511435-2D98-F542-804F-4ED015B8EC67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029B9DB6-AD97-41EF-A73B-AB5745E7E129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D20FD8-FFD9-7B4D-AFDB-06C4B951D558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CFA594-EB86-B440-A5FD-CB4BA1C37F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83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| 3 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">
            <a:extLst>
              <a:ext uri="{FF2B5EF4-FFF2-40B4-BE49-F238E27FC236}">
                <a16:creationId xmlns:a16="http://schemas.microsoft.com/office/drawing/2014/main" id="{4B5933E8-EC31-46FB-BEAE-2A5C53B839B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731589" y="1584325"/>
            <a:ext cx="2520000" cy="1835849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1F8FBC-0477-4E3A-9B05-31DD20904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Ihr Projekt</a:t>
            </a:r>
          </a:p>
        </p:txBody>
      </p:sp>
      <p:sp>
        <p:nvSpPr>
          <p:cNvPr id="20" name="Textplatzhalter 15">
            <a:extLst>
              <a:ext uri="{FF2B5EF4-FFF2-40B4-BE49-F238E27FC236}">
                <a16:creationId xmlns:a16="http://schemas.microsoft.com/office/drawing/2014/main" id="{F3D23A45-3D44-42DE-9ACF-B8DA0537E97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31589" y="4571888"/>
            <a:ext cx="2520000" cy="136853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219075" algn="l"/>
                <a:tab pos="3451225" algn="r"/>
                <a:tab pos="3887788" algn="l"/>
                <a:tab pos="7339013" algn="r"/>
                <a:tab pos="7775575" algn="l"/>
                <a:tab pos="11228388" algn="r"/>
              </a:tabLst>
              <a:defRPr sz="1200" b="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/>
            </a:lvl2pPr>
            <a:lvl3pPr marL="0" indent="0">
              <a:spcBef>
                <a:spcPts val="0"/>
              </a:spcBef>
              <a:buNone/>
              <a:defRPr sz="1200" b="0"/>
            </a:lvl3pPr>
            <a:lvl4pPr marL="0" indent="0">
              <a:spcBef>
                <a:spcPts val="0"/>
              </a:spcBef>
              <a:buNone/>
              <a:defRPr sz="1200" b="0"/>
            </a:lvl4pPr>
            <a:lvl5pPr marL="0" indent="0">
              <a:spcBef>
                <a:spcPts val="0"/>
              </a:spcBef>
              <a:buNone/>
              <a:defRPr sz="1200" b="0"/>
            </a:lvl5pPr>
            <a:lvl6pPr marL="0" indent="0">
              <a:spcBef>
                <a:spcPts val="0"/>
              </a:spcBef>
              <a:buNone/>
              <a:defRPr sz="1200" b="0"/>
            </a:lvl6pPr>
            <a:lvl7pPr marL="0" indent="0">
              <a:spcBef>
                <a:spcPts val="0"/>
              </a:spcBef>
              <a:buNone/>
              <a:defRPr sz="1200" b="0"/>
            </a:lvl7pPr>
            <a:lvl8pPr marL="0" indent="0">
              <a:spcBef>
                <a:spcPts val="0"/>
              </a:spcBef>
              <a:buNone/>
              <a:defRPr sz="1200" b="0"/>
            </a:lvl8pPr>
            <a:lvl9pPr marL="0" indent="0">
              <a:spcBef>
                <a:spcPts val="0"/>
              </a:spcBef>
              <a:buNone/>
              <a:defRPr sz="1200" b="0"/>
            </a:lvl9pPr>
          </a:lstStyle>
          <a:p>
            <a:pPr lvl="0"/>
            <a:r>
              <a:rPr lang="de-DE" dirty="0"/>
              <a:t>Text hinzufügen</a:t>
            </a:r>
          </a:p>
        </p:txBody>
      </p:sp>
      <p:sp>
        <p:nvSpPr>
          <p:cNvPr id="21" name="Textplatzhalter 15">
            <a:extLst>
              <a:ext uri="{FF2B5EF4-FFF2-40B4-BE49-F238E27FC236}">
                <a16:creationId xmlns:a16="http://schemas.microsoft.com/office/drawing/2014/main" id="{AA856265-DCBB-4792-8B0A-55E0859F46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1589" y="3527772"/>
            <a:ext cx="2520000" cy="5040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22" name="Textplatzhalter 15">
            <a:extLst>
              <a:ext uri="{FF2B5EF4-FFF2-40B4-BE49-F238E27FC236}">
                <a16:creationId xmlns:a16="http://schemas.microsoft.com/office/drawing/2014/main" id="{434D06A6-03D0-4020-B3D6-992FE6441D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31589" y="4086142"/>
            <a:ext cx="2520000" cy="432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200" b="1" i="0" u="none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Position | Unternehmen</a:t>
            </a:r>
          </a:p>
        </p:txBody>
      </p:sp>
      <p:sp>
        <p:nvSpPr>
          <p:cNvPr id="38" name="Bildplatzhalter 3">
            <a:extLst>
              <a:ext uri="{FF2B5EF4-FFF2-40B4-BE49-F238E27FC236}">
                <a16:creationId xmlns:a16="http://schemas.microsoft.com/office/drawing/2014/main" id="{68ED7872-D0C3-4A65-BAF7-1734CE5A4A5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49896" y="1584325"/>
            <a:ext cx="2520000" cy="1835849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39" name="Textplatzhalter 15">
            <a:extLst>
              <a:ext uri="{FF2B5EF4-FFF2-40B4-BE49-F238E27FC236}">
                <a16:creationId xmlns:a16="http://schemas.microsoft.com/office/drawing/2014/main" id="{695507AB-FA3A-4982-8E15-7B1E7D11F2B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649896" y="4571888"/>
            <a:ext cx="2520000" cy="136853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219075" algn="l"/>
                <a:tab pos="3451225" algn="r"/>
                <a:tab pos="3887788" algn="l"/>
                <a:tab pos="7339013" algn="r"/>
                <a:tab pos="7775575" algn="l"/>
                <a:tab pos="11228388" algn="r"/>
              </a:tabLst>
              <a:defRPr sz="1200" b="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/>
            </a:lvl2pPr>
            <a:lvl3pPr marL="0" indent="0">
              <a:spcBef>
                <a:spcPts val="0"/>
              </a:spcBef>
              <a:buNone/>
              <a:defRPr sz="1200" b="0"/>
            </a:lvl3pPr>
            <a:lvl4pPr marL="0" indent="0">
              <a:spcBef>
                <a:spcPts val="0"/>
              </a:spcBef>
              <a:buNone/>
              <a:defRPr sz="1200" b="0"/>
            </a:lvl4pPr>
            <a:lvl5pPr marL="0" indent="0">
              <a:spcBef>
                <a:spcPts val="0"/>
              </a:spcBef>
              <a:buNone/>
              <a:defRPr sz="1200" b="0"/>
            </a:lvl5pPr>
            <a:lvl6pPr marL="0" indent="0">
              <a:spcBef>
                <a:spcPts val="0"/>
              </a:spcBef>
              <a:buNone/>
              <a:defRPr sz="1200" b="0"/>
            </a:lvl6pPr>
            <a:lvl7pPr marL="0" indent="0">
              <a:spcBef>
                <a:spcPts val="0"/>
              </a:spcBef>
              <a:buNone/>
              <a:defRPr sz="1200" b="0"/>
            </a:lvl7pPr>
            <a:lvl8pPr marL="0" indent="0">
              <a:spcBef>
                <a:spcPts val="0"/>
              </a:spcBef>
              <a:buNone/>
              <a:defRPr sz="1200" b="0"/>
            </a:lvl8pPr>
            <a:lvl9pPr marL="0" indent="0">
              <a:spcBef>
                <a:spcPts val="0"/>
              </a:spcBef>
              <a:buNone/>
              <a:defRPr sz="1200" b="0"/>
            </a:lvl9pPr>
          </a:lstStyle>
          <a:p>
            <a:pPr lvl="0"/>
            <a:r>
              <a:rPr lang="de-DE" dirty="0"/>
              <a:t>Text hinzufügen</a:t>
            </a:r>
          </a:p>
        </p:txBody>
      </p:sp>
      <p:sp>
        <p:nvSpPr>
          <p:cNvPr id="42" name="Textplatzhalter 15">
            <a:extLst>
              <a:ext uri="{FF2B5EF4-FFF2-40B4-BE49-F238E27FC236}">
                <a16:creationId xmlns:a16="http://schemas.microsoft.com/office/drawing/2014/main" id="{935C76E1-DE0F-469B-B6D7-9810409590C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649896" y="3527772"/>
            <a:ext cx="2520000" cy="5040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6CF81665-C3AE-4DAC-9580-A0CAAB0C4E5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49896" y="4086142"/>
            <a:ext cx="2520000" cy="432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8"/>
            <a:r>
              <a:rPr lang="de-DE" dirty="0"/>
              <a:t>Position | Unternehmen</a:t>
            </a:r>
          </a:p>
        </p:txBody>
      </p:sp>
      <p:sp>
        <p:nvSpPr>
          <p:cNvPr id="48" name="Bildplatzhalter 3">
            <a:extLst>
              <a:ext uri="{FF2B5EF4-FFF2-40B4-BE49-F238E27FC236}">
                <a16:creationId xmlns:a16="http://schemas.microsoft.com/office/drawing/2014/main" id="{2D4B7444-49D2-4B40-B44B-68876C8077B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568203" y="1584325"/>
            <a:ext cx="2520000" cy="1835849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AB6FEE14-D1D4-44E9-8E82-71C43DD9EE9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68203" y="4571888"/>
            <a:ext cx="2520000" cy="136853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219075" algn="l"/>
                <a:tab pos="3451225" algn="r"/>
                <a:tab pos="3887788" algn="l"/>
                <a:tab pos="7339013" algn="r"/>
                <a:tab pos="7775575" algn="l"/>
                <a:tab pos="11228388" algn="r"/>
              </a:tabLst>
              <a:defRPr sz="1200" b="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/>
            </a:lvl2pPr>
            <a:lvl3pPr marL="0" indent="0">
              <a:spcBef>
                <a:spcPts val="0"/>
              </a:spcBef>
              <a:buNone/>
              <a:defRPr sz="1200" b="0"/>
            </a:lvl3pPr>
            <a:lvl4pPr marL="0" indent="0">
              <a:spcBef>
                <a:spcPts val="0"/>
              </a:spcBef>
              <a:buNone/>
              <a:defRPr sz="1200" b="0"/>
            </a:lvl4pPr>
            <a:lvl5pPr marL="0" indent="0">
              <a:spcBef>
                <a:spcPts val="0"/>
              </a:spcBef>
              <a:buNone/>
              <a:defRPr sz="1200" b="0"/>
            </a:lvl5pPr>
            <a:lvl6pPr marL="0" indent="0">
              <a:spcBef>
                <a:spcPts val="0"/>
              </a:spcBef>
              <a:buNone/>
              <a:defRPr sz="1200" b="0"/>
            </a:lvl6pPr>
            <a:lvl7pPr marL="0" indent="0">
              <a:spcBef>
                <a:spcPts val="0"/>
              </a:spcBef>
              <a:buNone/>
              <a:defRPr sz="1200" b="0"/>
            </a:lvl7pPr>
            <a:lvl8pPr marL="0" indent="0">
              <a:spcBef>
                <a:spcPts val="0"/>
              </a:spcBef>
              <a:buNone/>
              <a:defRPr sz="1200" b="0"/>
            </a:lvl8pPr>
            <a:lvl9pPr marL="0" indent="0">
              <a:spcBef>
                <a:spcPts val="0"/>
              </a:spcBef>
              <a:buNone/>
              <a:defRPr sz="1200" b="0"/>
            </a:lvl9pPr>
          </a:lstStyle>
          <a:p>
            <a:pPr lvl="0"/>
            <a:r>
              <a:rPr lang="de-DE" dirty="0"/>
              <a:t>Text hinzufügen</a:t>
            </a:r>
          </a:p>
        </p:txBody>
      </p:sp>
      <p:sp>
        <p:nvSpPr>
          <p:cNvPr id="50" name="Textplatzhalter 15">
            <a:extLst>
              <a:ext uri="{FF2B5EF4-FFF2-40B4-BE49-F238E27FC236}">
                <a16:creationId xmlns:a16="http://schemas.microsoft.com/office/drawing/2014/main" id="{023004C1-2A9E-4942-85DD-43E65B8D820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68203" y="3527772"/>
            <a:ext cx="2520000" cy="5040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1" name="Textplatzhalter 15">
            <a:extLst>
              <a:ext uri="{FF2B5EF4-FFF2-40B4-BE49-F238E27FC236}">
                <a16:creationId xmlns:a16="http://schemas.microsoft.com/office/drawing/2014/main" id="{0E372351-6135-4D3E-BB49-ADE51CC96C9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568203" y="4086142"/>
            <a:ext cx="2520000" cy="432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Position | Unternehmen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5E1B6411-5985-0D47-8114-3BDF844CB9BC}"/>
              </a:ext>
            </a:extLst>
          </p:cNvPr>
          <p:cNvGrpSpPr/>
          <p:nvPr userDrawn="1"/>
        </p:nvGrpSpPr>
        <p:grpSpPr>
          <a:xfrm>
            <a:off x="0" y="3167856"/>
            <a:ext cx="1583494" cy="3167857"/>
            <a:chOff x="0" y="3167856"/>
            <a:chExt cx="1583494" cy="3167857"/>
          </a:xfrm>
        </p:grpSpPr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FC685D4C-5E4C-B449-962E-6BFF6A4A9AFF}"/>
                </a:ext>
              </a:extLst>
            </p:cNvPr>
            <p:cNvSpPr/>
            <p:nvPr userDrawn="1"/>
          </p:nvSpPr>
          <p:spPr bwMode="gray">
            <a:xfrm rot="10800000">
              <a:off x="791409" y="4751872"/>
              <a:ext cx="792085" cy="79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EFF75C3A-87AB-E540-AA2E-CF956C5FA6FC}"/>
                </a:ext>
              </a:extLst>
            </p:cNvPr>
            <p:cNvSpPr/>
            <p:nvPr userDrawn="1"/>
          </p:nvSpPr>
          <p:spPr bwMode="gray">
            <a:xfrm rot="10800000">
              <a:off x="1" y="5543713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8C4FD4F7-6EB4-6B43-8F6E-36C52653A3FD}"/>
                </a:ext>
              </a:extLst>
            </p:cNvPr>
            <p:cNvSpPr/>
            <p:nvPr userDrawn="1"/>
          </p:nvSpPr>
          <p:spPr bwMode="gray">
            <a:xfrm rot="10800000">
              <a:off x="0" y="3167856"/>
              <a:ext cx="792085" cy="828092"/>
            </a:xfrm>
            <a:prstGeom prst="rect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EF097292-098E-6B46-ACDA-2FD9CEC5FBE1}"/>
                </a:ext>
              </a:extLst>
            </p:cNvPr>
            <p:cNvSpPr txBox="1"/>
            <p:nvPr userDrawn="1"/>
          </p:nvSpPr>
          <p:spPr>
            <a:xfrm>
              <a:off x="609600" y="519248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144000" indent="-144000" algn="l">
                <a:spcBef>
                  <a:spcPts val="60"/>
                </a:spcBef>
                <a:buSzPct val="100000"/>
                <a:buFont typeface="Wingdings" panose="05000000000000000000" pitchFamily="2" charset="2"/>
                <a:buChar char="§"/>
              </a:pPr>
              <a:endParaRPr lang="de-DE" sz="1400" dirty="0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5293DE74-05A0-404A-A740-82F5133BFAF8}"/>
                </a:ext>
              </a:extLst>
            </p:cNvPr>
            <p:cNvSpPr/>
            <p:nvPr userDrawn="1"/>
          </p:nvSpPr>
          <p:spPr bwMode="gray">
            <a:xfrm rot="10800000">
              <a:off x="1" y="3960032"/>
              <a:ext cx="792085" cy="792000"/>
            </a:xfrm>
            <a:prstGeom prst="rect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B01650-4907-FC4C-9653-0E541E44D0BA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029B9DB6-AD97-41EF-A73B-AB5745E7E129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717F97A-45A6-E64D-8498-F68546FCDCF1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A8EF3E-E355-FD42-8954-030A2BF50CDA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93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DF220-372F-4994-AED3-3776E2F88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5777" y="2483860"/>
            <a:ext cx="4355248" cy="7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Vorname Nachname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0B74B02A-0DAC-4DB6-8A87-42D3A7EB4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776" y="3275868"/>
            <a:ext cx="4355141" cy="648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 b="1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800" b="1"/>
            </a:lvl2pPr>
            <a:lvl3pPr marL="0" indent="0">
              <a:spcBef>
                <a:spcPts val="0"/>
              </a:spcBef>
              <a:buNone/>
              <a:defRPr sz="1800" b="1"/>
            </a:lvl3pPr>
            <a:lvl4pPr marL="0" indent="0">
              <a:spcBef>
                <a:spcPts val="0"/>
              </a:spcBef>
              <a:buNone/>
              <a:defRPr sz="1800" b="1"/>
            </a:lvl4pPr>
            <a:lvl5pPr marL="0" indent="0">
              <a:spcBef>
                <a:spcPts val="0"/>
              </a:spcBef>
              <a:buNone/>
              <a:defRPr sz="1800" b="1"/>
            </a:lvl5pPr>
            <a:lvl6pPr marL="0" indent="0">
              <a:spcBef>
                <a:spcPts val="0"/>
              </a:spcBef>
              <a:buNone/>
              <a:defRPr sz="1800" b="1"/>
            </a:lvl6pPr>
            <a:lvl7pPr marL="0" indent="0">
              <a:spcBef>
                <a:spcPts val="0"/>
              </a:spcBef>
              <a:buNone/>
              <a:defRPr sz="1800" b="1"/>
            </a:lvl7pPr>
            <a:lvl8pPr marL="0" indent="0">
              <a:spcBef>
                <a:spcPts val="0"/>
              </a:spcBef>
              <a:buNone/>
              <a:defRPr sz="1800" b="1"/>
            </a:lvl8pPr>
            <a:lvl9pPr marL="0" indent="0">
              <a:spcBef>
                <a:spcPts val="0"/>
              </a:spcBef>
              <a:buNone/>
              <a:defRPr sz="1800" b="1"/>
            </a:lvl9pPr>
          </a:lstStyle>
          <a:p>
            <a:pPr lvl="0"/>
            <a:r>
              <a:rPr lang="de-DE" dirty="0"/>
              <a:t>Position Unternehmen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0285B130-7783-40B1-AEAF-CCE380CE4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959999" cy="6335713"/>
          </a:xfrm>
          <a:noFill/>
        </p:spPr>
        <p:txBody>
          <a:bodyPr bIns="864000" anchor="ctr" anchorCtr="1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Bild durch Klick</a:t>
            </a:r>
            <a:br>
              <a:rPr lang="de-DE" dirty="0"/>
            </a:br>
            <a:r>
              <a:rPr lang="de-DE" dirty="0"/>
              <a:t>auf Icon einfügen.</a:t>
            </a:r>
          </a:p>
        </p:txBody>
      </p:sp>
      <p:sp>
        <p:nvSpPr>
          <p:cNvPr id="145" name="Textplatzhalter 15">
            <a:extLst>
              <a:ext uri="{FF2B5EF4-FFF2-40B4-BE49-F238E27FC236}">
                <a16:creationId xmlns:a16="http://schemas.microsoft.com/office/drawing/2014/main" id="{67AA3AC4-B0C4-4D38-BB50-A51C5349F5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776" y="3995948"/>
            <a:ext cx="4355141" cy="1944000"/>
          </a:xfrm>
        </p:spPr>
        <p:txBody>
          <a:bodyPr/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tabLst>
                <a:tab pos="261938" algn="l"/>
                <a:tab pos="7339013" algn="r"/>
                <a:tab pos="7775575" algn="l"/>
                <a:tab pos="11228388" algn="r"/>
              </a:tabLst>
              <a:defRPr sz="1600" b="0"/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1600" b="0"/>
            </a:lvl2pPr>
            <a:lvl3pPr marL="0" indent="0">
              <a:buNone/>
              <a:defRPr sz="1600" b="0"/>
            </a:lvl3pPr>
            <a:lvl4pPr marL="0" indent="0">
              <a:buNone/>
              <a:defRPr sz="1600" b="0"/>
            </a:lvl4pPr>
            <a:lvl5pPr marL="0" indent="0">
              <a:buNone/>
              <a:defRPr sz="1600" b="0"/>
            </a:lvl5pPr>
            <a:lvl6pPr marL="0" indent="0">
              <a:buNone/>
              <a:defRPr sz="1600" b="0"/>
            </a:lvl6pPr>
            <a:lvl7pPr marL="0" indent="0">
              <a:buNone/>
              <a:defRPr sz="1600" b="0"/>
            </a:lvl7pPr>
            <a:lvl8pPr marL="0" indent="0">
              <a:buNone/>
              <a:defRPr sz="1600" b="0"/>
            </a:lvl8pPr>
            <a:lvl9pPr marL="0" indent="0">
              <a:buNone/>
              <a:defRPr sz="1600" b="0"/>
            </a:lvl9pPr>
          </a:lstStyle>
          <a:p>
            <a:pPr lvl="0"/>
            <a:r>
              <a:rPr lang="de-DE" dirty="0"/>
              <a:t>Text hinzufügen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49CDA57-532C-D846-A464-A7BFBB99EE84}"/>
              </a:ext>
            </a:extLst>
          </p:cNvPr>
          <p:cNvGrpSpPr/>
          <p:nvPr userDrawn="1"/>
        </p:nvGrpSpPr>
        <p:grpSpPr>
          <a:xfrm>
            <a:off x="9503004" y="3167713"/>
            <a:ext cx="2376257" cy="3168000"/>
            <a:chOff x="9503004" y="3167713"/>
            <a:chExt cx="2376257" cy="3168000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2855D636-E44C-4B52-9178-B3D2FA42A71D}"/>
                </a:ext>
              </a:extLst>
            </p:cNvPr>
            <p:cNvSpPr/>
            <p:nvPr userDrawn="1"/>
          </p:nvSpPr>
          <p:spPr bwMode="gray">
            <a:xfrm>
              <a:off x="11087176" y="5543713"/>
              <a:ext cx="792085" cy="792000"/>
            </a:xfrm>
            <a:prstGeom prst="rect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965A7D4-C5F0-49FD-8013-DA8D1299223E}"/>
                </a:ext>
              </a:extLst>
            </p:cNvPr>
            <p:cNvSpPr/>
            <p:nvPr userDrawn="1"/>
          </p:nvSpPr>
          <p:spPr bwMode="gray">
            <a:xfrm>
              <a:off x="11087176" y="4751713"/>
              <a:ext cx="792085" cy="792000"/>
            </a:xfrm>
            <a:prstGeom prst="rect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3993E40-1532-4A4E-BEA5-2A313F1102A5}"/>
                </a:ext>
              </a:extLst>
            </p:cNvPr>
            <p:cNvSpPr/>
            <p:nvPr userDrawn="1"/>
          </p:nvSpPr>
          <p:spPr bwMode="gray">
            <a:xfrm>
              <a:off x="9503004" y="3167713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3D735EFC-7FAA-4A54-ADB0-C266828078A3}"/>
                </a:ext>
              </a:extLst>
            </p:cNvPr>
            <p:cNvSpPr/>
            <p:nvPr userDrawn="1"/>
          </p:nvSpPr>
          <p:spPr bwMode="gray">
            <a:xfrm>
              <a:off x="10295089" y="5543713"/>
              <a:ext cx="792085" cy="79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EEFFF78-C4CF-4BD3-8182-D10314209CBB}"/>
                </a:ext>
              </a:extLst>
            </p:cNvPr>
            <p:cNvSpPr/>
            <p:nvPr userDrawn="1"/>
          </p:nvSpPr>
          <p:spPr bwMode="gray">
            <a:xfrm>
              <a:off x="10295089" y="3959713"/>
              <a:ext cx="792085" cy="792000"/>
            </a:xfrm>
            <a:prstGeom prst="rect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38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494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elen 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56C0B80-F5D4-4CB2-BA23-93B828C8886F}"/>
              </a:ext>
            </a:extLst>
          </p:cNvPr>
          <p:cNvGrpSpPr/>
          <p:nvPr userDrawn="1"/>
        </p:nvGrpSpPr>
        <p:grpSpPr>
          <a:xfrm>
            <a:off x="-1185" y="0"/>
            <a:ext cx="3169527" cy="3960000"/>
            <a:chOff x="-1185" y="0"/>
            <a:chExt cx="3169527" cy="3960000"/>
          </a:xfrm>
        </p:grpSpPr>
        <p:sp>
          <p:nvSpPr>
            <p:cNvPr id="164" name="Rechteck 163">
              <a:extLst>
                <a:ext uri="{FF2B5EF4-FFF2-40B4-BE49-F238E27FC236}">
                  <a16:creationId xmlns:a16="http://schemas.microsoft.com/office/drawing/2014/main" id="{B3422F05-5790-4345-B3C0-09478627D2B3}"/>
                </a:ext>
              </a:extLst>
            </p:cNvPr>
            <p:cNvSpPr/>
            <p:nvPr userDrawn="1"/>
          </p:nvSpPr>
          <p:spPr bwMode="gray">
            <a:xfrm flipH="1" flipV="1">
              <a:off x="792087" y="0"/>
              <a:ext cx="792085" cy="792000"/>
            </a:xfrm>
            <a:prstGeom prst="rect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6" name="Rechteck 165">
              <a:extLst>
                <a:ext uri="{FF2B5EF4-FFF2-40B4-BE49-F238E27FC236}">
                  <a16:creationId xmlns:a16="http://schemas.microsoft.com/office/drawing/2014/main" id="{283AD89D-B8EB-44D9-BBE6-AE6040DEE71F}"/>
                </a:ext>
              </a:extLst>
            </p:cNvPr>
            <p:cNvSpPr/>
            <p:nvPr userDrawn="1"/>
          </p:nvSpPr>
          <p:spPr bwMode="gray">
            <a:xfrm flipH="1" flipV="1">
              <a:off x="792087" y="792000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4DBDCE3-55BF-4DF9-ACDD-5B774987835D}"/>
                </a:ext>
              </a:extLst>
            </p:cNvPr>
            <p:cNvSpPr/>
            <p:nvPr userDrawn="1"/>
          </p:nvSpPr>
          <p:spPr bwMode="gray">
            <a:xfrm flipH="1" flipV="1">
              <a:off x="2376257" y="3168000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5F010E6E-D536-4F84-8D9D-F22E93789904}"/>
                </a:ext>
              </a:extLst>
            </p:cNvPr>
            <p:cNvSpPr/>
            <p:nvPr userDrawn="1"/>
          </p:nvSpPr>
          <p:spPr bwMode="gray">
            <a:xfrm flipH="1" flipV="1">
              <a:off x="0" y="792000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79624E92-FCF5-4795-932D-BB415B5A5E5E}"/>
                </a:ext>
              </a:extLst>
            </p:cNvPr>
            <p:cNvSpPr/>
            <p:nvPr userDrawn="1"/>
          </p:nvSpPr>
          <p:spPr bwMode="gray">
            <a:xfrm flipH="1" flipV="1">
              <a:off x="792087" y="2376000"/>
              <a:ext cx="792085" cy="792000"/>
            </a:xfrm>
            <a:prstGeom prst="rect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8FDEE378-57E5-46F7-9A0A-99F6E393F7BE}"/>
                </a:ext>
              </a:extLst>
            </p:cNvPr>
            <p:cNvSpPr/>
            <p:nvPr userDrawn="1"/>
          </p:nvSpPr>
          <p:spPr bwMode="gray">
            <a:xfrm flipH="1" flipV="1">
              <a:off x="1584172" y="2376000"/>
              <a:ext cx="792085" cy="792000"/>
            </a:xfrm>
            <a:prstGeom prst="rect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A88DEAAB-6664-4270-8B3A-22509908268A}"/>
                </a:ext>
              </a:extLst>
            </p:cNvPr>
            <p:cNvSpPr/>
            <p:nvPr userDrawn="1"/>
          </p:nvSpPr>
          <p:spPr bwMode="gray">
            <a:xfrm flipH="1" flipV="1">
              <a:off x="-1185" y="3167568"/>
              <a:ext cx="792085" cy="792000"/>
            </a:xfrm>
            <a:prstGeom prst="rect">
              <a:avLst/>
            </a:prstGeom>
            <a:solidFill>
              <a:schemeClr val="accent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3B773500-AC2A-4A39-BE05-B8FBF77D79E3}"/>
                </a:ext>
              </a:extLst>
            </p:cNvPr>
            <p:cNvSpPr/>
            <p:nvPr userDrawn="1"/>
          </p:nvSpPr>
          <p:spPr bwMode="gray">
            <a:xfrm flipH="1" flipV="1">
              <a:off x="792087" y="1584000"/>
              <a:ext cx="792085" cy="79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D5212C7B-8298-42C3-8178-DFE507E164B4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CE349E16-4FB6-42EE-8231-D4567967F535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1780B7E-B363-46B9-AD6E-A0356A69EC2D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C6FDE2A8-E05E-47F9-8802-AFC54FA414DF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01B14EB-CF6F-4C8F-85FD-E1A600C346B9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57854D7D-F5AE-4119-A9DF-B46A850D9D50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39F62F49-41ED-44D9-AF78-3D9E5B936EC2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1A000600-B903-4F20-BEFB-714EBF5661E0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3772E37-E1EF-45D6-92C7-C83E0CDA2DB5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9E9F63C3-3AFD-406D-8FAA-93D6B53979AC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itel 6">
            <a:extLst>
              <a:ext uri="{FF2B5EF4-FFF2-40B4-BE49-F238E27FC236}">
                <a16:creationId xmlns:a16="http://schemas.microsoft.com/office/drawing/2014/main" id="{8906CC32-43A4-4D18-ACFC-80B506FCD9B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959411" y="935608"/>
            <a:ext cx="5904000" cy="1944260"/>
          </a:xfrm>
        </p:spPr>
        <p:txBody>
          <a:bodyPr anchor="b" anchorCtr="0"/>
          <a:lstStyle>
            <a:lvl1pPr>
              <a:defRPr sz="3600" b="1" cap="none" spc="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Vielen Dank!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787CEE3-BFC4-468B-98AC-4B0F73DACDA5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959411" y="3060003"/>
            <a:ext cx="5904000" cy="14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Optionale Kurzbeschreibung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6AD63D9-597B-4C31-918C-ED6C762AF3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48A29527-DCF9-4C7C-92F6-3A18A96E2FCA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07D29CF9-696A-41B2-838D-32B857CBA3D1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A7BC6D94-B741-4E6F-83C7-C9B21C7360FD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F86A01-EBD0-C54E-96E2-D8764A7BCA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9B9DB6-AD97-41EF-A73B-AB5745E7E129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9731DF0-A7B8-8341-A363-2CC8C1D47D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E9ED72-2276-424B-8EBF-AF51590446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938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elen Dank |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B71E12A-35D1-49E3-AB43-B07D4130CA25}"/>
              </a:ext>
            </a:extLst>
          </p:cNvPr>
          <p:cNvSpPr/>
          <p:nvPr userDrawn="1"/>
        </p:nvSpPr>
        <p:spPr>
          <a:xfrm>
            <a:off x="0" y="-288"/>
            <a:ext cx="11879263" cy="63357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7E7CCBC-5A51-4922-8971-A7F2D504F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7203" y="395548"/>
            <a:ext cx="1547044" cy="28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99D3C98-D3C3-4D70-9705-A2A630FA614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3959411" y="935608"/>
            <a:ext cx="5904000" cy="1944000"/>
          </a:xfrm>
        </p:spPr>
        <p:txBody>
          <a:bodyPr anchor="b" anchorCtr="0"/>
          <a:lstStyle>
            <a:lvl1pPr>
              <a:defRPr sz="3600" b="1" cap="none" spc="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Vielen Dank!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D5212C7B-8298-42C3-8178-DFE507E164B4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CE349E16-4FB6-42EE-8231-D4567967F535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1780B7E-B363-46B9-AD6E-A0356A69EC2D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C6FDE2A8-E05E-47F9-8802-AFC54FA414DF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01B14EB-CF6F-4C8F-85FD-E1A600C346B9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57854D7D-F5AE-4119-A9DF-B46A850D9D50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39F62F49-41ED-44D9-AF78-3D9E5B936EC2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1A000600-B903-4F20-BEFB-714EBF5661E0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3772E37-E1EF-45D6-92C7-C83E0CDA2DB5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9E9F63C3-3AFD-406D-8FAA-93D6B53979AC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platzhalter 14">
            <a:extLst>
              <a:ext uri="{FF2B5EF4-FFF2-40B4-BE49-F238E27FC236}">
                <a16:creationId xmlns:a16="http://schemas.microsoft.com/office/drawing/2014/main" id="{EC20009B-7A49-4A82-A2F8-F3406E0478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411" y="3059788"/>
            <a:ext cx="5904000" cy="1440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Optionale Kurzbeschreibung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696F3243-E3F9-4ED7-89B0-8A7135D18021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F555ECAA-F4F3-4937-A527-C838AA19DAC7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A3A14295-560D-4B3B-A8BE-E2F1046CC33B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EBD9942-F1EA-4FED-AD4D-FC37932DC6C1}"/>
              </a:ext>
            </a:extLst>
          </p:cNvPr>
          <p:cNvGrpSpPr/>
          <p:nvPr userDrawn="1"/>
        </p:nvGrpSpPr>
        <p:grpSpPr>
          <a:xfrm>
            <a:off x="-1185" y="0"/>
            <a:ext cx="3169527" cy="3960000"/>
            <a:chOff x="-1185" y="0"/>
            <a:chExt cx="3169527" cy="3960000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9C9FC830-DD55-46A0-95F5-A5180DA6A87D}"/>
                </a:ext>
              </a:extLst>
            </p:cNvPr>
            <p:cNvSpPr/>
            <p:nvPr userDrawn="1"/>
          </p:nvSpPr>
          <p:spPr bwMode="gray">
            <a:xfrm flipH="1" flipV="1">
              <a:off x="792087" y="0"/>
              <a:ext cx="792085" cy="792000"/>
            </a:xfrm>
            <a:prstGeom prst="rect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33A79810-FE4E-4C19-97F2-AD925B6DD460}"/>
                </a:ext>
              </a:extLst>
            </p:cNvPr>
            <p:cNvSpPr/>
            <p:nvPr userDrawn="1"/>
          </p:nvSpPr>
          <p:spPr bwMode="gray">
            <a:xfrm flipH="1" flipV="1">
              <a:off x="792087" y="792000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ED1B974F-F20E-458D-AF22-3A6F042A533D}"/>
                </a:ext>
              </a:extLst>
            </p:cNvPr>
            <p:cNvSpPr/>
            <p:nvPr userDrawn="1"/>
          </p:nvSpPr>
          <p:spPr bwMode="gray">
            <a:xfrm flipH="1" flipV="1">
              <a:off x="2376257" y="3168000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E58D7131-1830-48B2-983D-0C0337EAC7F1}"/>
                </a:ext>
              </a:extLst>
            </p:cNvPr>
            <p:cNvSpPr/>
            <p:nvPr userDrawn="1"/>
          </p:nvSpPr>
          <p:spPr bwMode="gray">
            <a:xfrm flipH="1" flipV="1">
              <a:off x="0" y="792000"/>
              <a:ext cx="792085" cy="792000"/>
            </a:xfrm>
            <a:prstGeom prst="rect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68251974-C4B2-45D0-87B1-21148C225FBC}"/>
                </a:ext>
              </a:extLst>
            </p:cNvPr>
            <p:cNvSpPr/>
            <p:nvPr userDrawn="1"/>
          </p:nvSpPr>
          <p:spPr bwMode="gray">
            <a:xfrm flipH="1" flipV="1">
              <a:off x="792087" y="2376000"/>
              <a:ext cx="792085" cy="792000"/>
            </a:xfrm>
            <a:prstGeom prst="rect">
              <a:avLst/>
            </a:pr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1A9171CB-7EEB-415B-B263-B24777FE4E23}"/>
                </a:ext>
              </a:extLst>
            </p:cNvPr>
            <p:cNvSpPr/>
            <p:nvPr userDrawn="1"/>
          </p:nvSpPr>
          <p:spPr bwMode="gray">
            <a:xfrm flipH="1" flipV="1">
              <a:off x="1584172" y="2376000"/>
              <a:ext cx="792085" cy="792000"/>
            </a:xfrm>
            <a:prstGeom prst="rect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D217DA00-78B7-4547-9FF9-0ADA19B1138D}"/>
                </a:ext>
              </a:extLst>
            </p:cNvPr>
            <p:cNvSpPr/>
            <p:nvPr userDrawn="1"/>
          </p:nvSpPr>
          <p:spPr bwMode="gray">
            <a:xfrm flipH="1" flipV="1">
              <a:off x="-1185" y="3167568"/>
              <a:ext cx="792085" cy="792000"/>
            </a:xfrm>
            <a:prstGeom prst="rect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019ADF5C-9A72-470D-AF6D-21384050CE92}"/>
                </a:ext>
              </a:extLst>
            </p:cNvPr>
            <p:cNvSpPr/>
            <p:nvPr userDrawn="1"/>
          </p:nvSpPr>
          <p:spPr bwMode="gray">
            <a:xfrm flipH="1" flipV="1">
              <a:off x="792087" y="1584000"/>
              <a:ext cx="792085" cy="792000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4D6B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550098-795E-D542-A411-0BB78D26FB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9B9DB6-AD97-41EF-A73B-AB5745E7E129}" type="datetime1">
              <a:rPr lang="de-DE" smtClean="0"/>
              <a:pPr/>
              <a:t>24.11.22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89CE3F-D300-FC46-BF03-CAB245028B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F1BD912-6A09-2E40-A9FB-90F291859E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497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7499" y="261056"/>
            <a:ext cx="9360000" cy="64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Folientitel einfügen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4"/>
          </p:nvPr>
        </p:nvSpPr>
        <p:spPr>
          <a:xfrm>
            <a:off x="11124207" y="5831863"/>
            <a:ext cx="360040" cy="14430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F86FCC4D-0438-154F-9910-1CF4711F776F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67" name="Fußzeilenplatzhalter 166">
            <a:extLst>
              <a:ext uri="{FF2B5EF4-FFF2-40B4-BE49-F238E27FC236}">
                <a16:creationId xmlns:a16="http://schemas.microsoft.com/office/drawing/2014/main" id="{3B608862-38D0-4599-8754-0C8D2B2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9720251" y="2916028"/>
            <a:ext cx="3456000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168" name="Datumsplatzhalter 167">
            <a:extLst>
              <a:ext uri="{FF2B5EF4-FFF2-40B4-BE49-F238E27FC236}">
                <a16:creationId xmlns:a16="http://schemas.microsoft.com/office/drawing/2014/main" id="{4A885C9F-C4D5-4010-BE44-C5832D32E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088494" y="5184088"/>
            <a:ext cx="720080" cy="144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29B9DB6-AD97-41EF-A73B-AB5745E7E129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idx="1"/>
          </p:nvPr>
        </p:nvSpPr>
        <p:spPr>
          <a:xfrm>
            <a:off x="396296" y="1590834"/>
            <a:ext cx="10692000" cy="43488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1BEE8061-E07E-4BC4-9767-7E06500277F5}"/>
              </a:ext>
            </a:extLst>
          </p:cNvPr>
          <p:cNvGrpSpPr/>
          <p:nvPr userDrawn="1"/>
        </p:nvGrpSpPr>
        <p:grpSpPr bwMode="gray">
          <a:xfrm>
            <a:off x="-217053" y="1583680"/>
            <a:ext cx="70097" cy="4356484"/>
            <a:chOff x="-456728" y="1583680"/>
            <a:chExt cx="216000" cy="4356484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D1239B84-0428-4B77-833C-B0DCEF2A9C1B}"/>
                </a:ext>
              </a:extLst>
            </p:cNvPr>
            <p:cNvCxnSpPr/>
            <p:nvPr userDrawn="1"/>
          </p:nvCxnSpPr>
          <p:spPr bwMode="gray">
            <a:xfrm>
              <a:off x="-456728" y="1583680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E8D0DBB9-8A9E-409D-8B37-FDD2FD50AD05}"/>
                </a:ext>
              </a:extLst>
            </p:cNvPr>
            <p:cNvCxnSpPr/>
            <p:nvPr userDrawn="1"/>
          </p:nvCxnSpPr>
          <p:spPr bwMode="gray">
            <a:xfrm>
              <a:off x="-456728" y="59401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83C83E06-E656-4D3F-9AB4-2DF8DA5D67FC}"/>
              </a:ext>
            </a:extLst>
          </p:cNvPr>
          <p:cNvGrpSpPr/>
          <p:nvPr userDrawn="1"/>
        </p:nvGrpSpPr>
        <p:grpSpPr bwMode="gray">
          <a:xfrm>
            <a:off x="395015" y="-216520"/>
            <a:ext cx="11088960" cy="72000"/>
            <a:chOff x="394680" y="-243408"/>
            <a:chExt cx="11389952" cy="216000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6E0DDC38-7FA5-45C4-8221-62558414AA9C}"/>
                </a:ext>
              </a:extLst>
            </p:cNvPr>
            <p:cNvCxnSpPr/>
            <p:nvPr userDrawn="1"/>
          </p:nvCxnSpPr>
          <p:spPr bwMode="gray">
            <a:xfrm>
              <a:off x="39468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ACBFC60F-B1C6-4799-BAD2-B5D6951AF5A3}"/>
                </a:ext>
              </a:extLst>
            </p:cNvPr>
            <p:cNvCxnSpPr/>
            <p:nvPr userDrawn="1"/>
          </p:nvCxnSpPr>
          <p:spPr bwMode="gray">
            <a:xfrm>
              <a:off x="379695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F6BF3BAD-5DD4-4E4D-BD0A-EC83311020D2}"/>
                </a:ext>
              </a:extLst>
            </p:cNvPr>
            <p:cNvCxnSpPr/>
            <p:nvPr userDrawn="1"/>
          </p:nvCxnSpPr>
          <p:spPr bwMode="gray">
            <a:xfrm>
              <a:off x="4203751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F3389BC1-D1FB-4558-B39D-E9D2C14185EE}"/>
                </a:ext>
              </a:extLst>
            </p:cNvPr>
            <p:cNvCxnSpPr/>
            <p:nvPr userDrawn="1"/>
          </p:nvCxnSpPr>
          <p:spPr bwMode="gray">
            <a:xfrm>
              <a:off x="568269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C16C1A3E-0486-4572-850E-B5398FF874F8}"/>
                </a:ext>
              </a:extLst>
            </p:cNvPr>
            <p:cNvCxnSpPr/>
            <p:nvPr userDrawn="1"/>
          </p:nvCxnSpPr>
          <p:spPr bwMode="gray">
            <a:xfrm>
              <a:off x="608979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9B20D078-33FC-491A-B857-8ED85B2E95C4}"/>
                </a:ext>
              </a:extLst>
            </p:cNvPr>
            <p:cNvCxnSpPr/>
            <p:nvPr userDrawn="1"/>
          </p:nvCxnSpPr>
          <p:spPr bwMode="gray">
            <a:xfrm>
              <a:off x="756904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376718A6-5243-4F34-B062-5B641E6EAF7F}"/>
                </a:ext>
              </a:extLst>
            </p:cNvPr>
            <p:cNvCxnSpPr/>
            <p:nvPr userDrawn="1"/>
          </p:nvCxnSpPr>
          <p:spPr bwMode="gray">
            <a:xfrm>
              <a:off x="797584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CD5CB725-575D-4CDE-B27D-EA36D041DC8D}"/>
                </a:ext>
              </a:extLst>
            </p:cNvPr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1314FEF1-5F2A-4778-8925-0A6D372D554D}"/>
                </a:ext>
              </a:extLst>
            </p:cNvPr>
            <p:cNvCxnSpPr/>
            <p:nvPr userDrawn="1"/>
          </p:nvCxnSpPr>
          <p:spPr bwMode="gray">
            <a:xfrm>
              <a:off x="11378117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Grafik 9">
            <a:extLst>
              <a:ext uri="{FF2B5EF4-FFF2-40B4-BE49-F238E27FC236}">
                <a16:creationId xmlns:a16="http://schemas.microsoft.com/office/drawing/2014/main" id="{3679BD04-219D-4F42-816B-C26F70494DB3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332119" y="289534"/>
            <a:ext cx="1152128" cy="21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4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688" r:id="rId2"/>
    <p:sldLayoutId id="2147483703" r:id="rId3"/>
    <p:sldLayoutId id="2147483710" r:id="rId4"/>
    <p:sldLayoutId id="2147483706" r:id="rId5"/>
    <p:sldLayoutId id="2147483702" r:id="rId6"/>
    <p:sldLayoutId id="2147483731" r:id="rId7"/>
    <p:sldLayoutId id="2147483705" r:id="rId8"/>
    <p:sldLayoutId id="2147483701" r:id="rId9"/>
    <p:sldLayoutId id="2147483712" r:id="rId10"/>
    <p:sldLayoutId id="2147483677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27" r:id="rId18"/>
    <p:sldLayoutId id="2147483726" r:id="rId19"/>
    <p:sldLayoutId id="2147483715" r:id="rId20"/>
    <p:sldLayoutId id="2147483721" r:id="rId21"/>
    <p:sldLayoutId id="2147483720" r:id="rId22"/>
    <p:sldLayoutId id="2147483723" r:id="rId23"/>
    <p:sldLayoutId id="2147483744" r:id="rId24"/>
    <p:sldLayoutId id="2147483729" r:id="rId25"/>
    <p:sldLayoutId id="2147483745" r:id="rId26"/>
    <p:sldLayoutId id="2147483746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19" r:id="rId33"/>
    <p:sldLayoutId id="2147483718" r:id="rId34"/>
    <p:sldLayoutId id="2147483678" r:id="rId35"/>
    <p:sldLayoutId id="2147483679" r:id="rId36"/>
    <p:sldLayoutId id="2147483732" r:id="rId37"/>
    <p:sldLayoutId id="2147483737" r:id="rId38"/>
    <p:sldLayoutId id="2147483730" r:id="rId39"/>
    <p:sldLayoutId id="2147483725" r:id="rId40"/>
    <p:sldLayoutId id="2147483734" r:id="rId41"/>
    <p:sldLayoutId id="2147483733" r:id="rId42"/>
    <p:sldLayoutId id="2147483722" r:id="rId43"/>
    <p:sldLayoutId id="2147483735" r:id="rId44"/>
    <p:sldLayoutId id="2147483736" r:id="rId4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16000" marR="0" indent="-216000" algn="l" defTabSz="914400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Wingdings" panose="05000000000000000000" pitchFamily="2" charset="2"/>
        <a:buChar char="§"/>
        <a:tabLst>
          <a:tab pos="2687638" algn="l"/>
          <a:tab pos="3451225" algn="r"/>
          <a:tab pos="3887788" algn="l"/>
          <a:tab pos="7339013" algn="r"/>
          <a:tab pos="7775575" algn="l"/>
          <a:tab pos="11228388" algn="r"/>
        </a:tabLst>
        <a:defRPr sz="16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0" marR="0" indent="0" algn="l" defTabSz="914400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+mj-lt"/>
        <a:buNone/>
        <a:tabLst>
          <a:tab pos="3452400" algn="r"/>
          <a:tab pos="3888000" algn="l"/>
          <a:tab pos="7340400" algn="r"/>
          <a:tab pos="7776000" algn="l"/>
          <a:tab pos="11228400" algn="r"/>
        </a:tabLst>
        <a:defRPr sz="1600" b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32000" marR="0" indent="-216000" algn="l" defTabSz="914400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–"/>
        <a:tabLst>
          <a:tab pos="3452400" algn="r"/>
          <a:tab pos="3888000" algn="l"/>
          <a:tab pos="7340400" algn="r"/>
          <a:tab pos="7776000" algn="l"/>
          <a:tab pos="11228400" algn="r"/>
        </a:tabLst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0" marR="0" indent="0" algn="l" defTabSz="914400" rtl="0" eaLnBrk="1" fontAlgn="auto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tx1"/>
        </a:buClr>
        <a:buSzPct val="100000"/>
        <a:buFont typeface="+mj-lt"/>
        <a:buNone/>
        <a:tabLst>
          <a:tab pos="3452400" algn="r"/>
          <a:tab pos="3888000" algn="l"/>
          <a:tab pos="7340400" algn="r"/>
          <a:tab pos="7776000" algn="l"/>
          <a:tab pos="11228400" algn="r"/>
        </a:tabLst>
        <a:defRPr sz="1600" b="1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88000" marR="0" indent="-288000" algn="l" defTabSz="914400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SzPct val="100000"/>
        <a:buFont typeface="+mj-lt"/>
        <a:buAutoNum type="arabicPeriod"/>
        <a:tabLst>
          <a:tab pos="3452400" algn="r"/>
          <a:tab pos="3888000" algn="l"/>
          <a:tab pos="7340400" algn="r"/>
          <a:tab pos="7776000" algn="l"/>
          <a:tab pos="11228400" algn="r"/>
        </a:tabLst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50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–"/>
        <a:tabLst>
          <a:tab pos="3452400" algn="r"/>
          <a:tab pos="3888000" algn="l"/>
          <a:tab pos="7340400" algn="r"/>
          <a:tab pos="7776000" algn="l"/>
          <a:tab pos="11228400" algn="r"/>
        </a:tabLst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648000" indent="-216000" algn="l" defTabSz="914400" rtl="0" eaLnBrk="1" latinLnBrk="0" hangingPunct="1">
        <a:lnSpc>
          <a:spcPct val="110000"/>
        </a:lnSpc>
        <a:spcBef>
          <a:spcPts val="600"/>
        </a:spcBef>
        <a:buSzPct val="10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48000" indent="-216000" algn="l" defTabSz="914400" rtl="0" eaLnBrk="1" latinLnBrk="0" hangingPunct="1">
        <a:lnSpc>
          <a:spcPct val="110000"/>
        </a:lnSpc>
        <a:spcBef>
          <a:spcPts val="600"/>
        </a:spcBef>
        <a:buSzPct val="10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648000" indent="-216000" algn="l" defTabSz="914400" rtl="0" eaLnBrk="1" latinLnBrk="0" hangingPunct="1">
        <a:lnSpc>
          <a:spcPct val="110000"/>
        </a:lnSpc>
        <a:spcBef>
          <a:spcPts val="600"/>
        </a:spcBef>
        <a:buSzPct val="10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pos="249" userDrawn="1">
          <p15:clr>
            <a:srgbClr val="F26B43"/>
          </p15:clr>
        </p15:guide>
        <p15:guide id="24" pos="7234" userDrawn="1">
          <p15:clr>
            <a:srgbClr val="A4A3A4"/>
          </p15:clr>
        </p15:guide>
        <p15:guide id="25" orient="horz" pos="181" userDrawn="1">
          <p15:clr>
            <a:srgbClr val="F26B43"/>
          </p15:clr>
        </p15:guide>
        <p15:guide id="27" orient="horz" pos="3742" userDrawn="1">
          <p15:clr>
            <a:srgbClr val="F26B43"/>
          </p15:clr>
        </p15:guide>
        <p15:guide id="28" orient="horz" pos="998" userDrawn="1">
          <p15:clr>
            <a:srgbClr val="F26B43"/>
          </p15:clr>
        </p15:guide>
        <p15:guide id="29" pos="69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lospolop/privilege-escalation-awesome-scripts-suite/tree/master/linPEAS" TargetMode="External"/><Relationship Id="rId7" Type="http://schemas.openxmlformats.org/officeDocument/2006/relationships/hyperlink" Target="https://github.com/linted/linuxprivcheck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github.com/diego-treitos/linux-smart-enumeration" TargetMode="External"/><Relationship Id="rId5" Type="http://schemas.openxmlformats.org/officeDocument/2006/relationships/hyperlink" Target="https://github.com/mzet-/linux-exploit-suggester" TargetMode="External"/><Relationship Id="rId4" Type="http://schemas.openxmlformats.org/officeDocument/2006/relationships/hyperlink" Target="https://github.com/rebootuser/LinEnu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elmiessler/SecList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tfobins.github.io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academy.hackthebox.com/" TargetMode="External"/><Relationship Id="rId3" Type="http://schemas.openxmlformats.org/officeDocument/2006/relationships/hyperlink" Target="https://book.hacktricks.xyz/linux-hardening/privilege-escalation" TargetMode="External"/><Relationship Id="rId7" Type="http://schemas.openxmlformats.org/officeDocument/2006/relationships/hyperlink" Target="https://app.hackthebox.com/hom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tryhackme.com/" TargetMode="External"/><Relationship Id="rId5" Type="http://schemas.openxmlformats.org/officeDocument/2006/relationships/hyperlink" Target="https://github.com/Aksheet10/Cyber-security-resources#linux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enotes.nickapic.com/Linux-Priv-Esc-285bbed8681645c38c32a6952f4e52af" TargetMode="External"/><Relationship Id="rId9" Type="http://schemas.openxmlformats.org/officeDocument/2006/relationships/hyperlink" Target="https://razvioverflow.github.io/starthacking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iteratec.io/x/iQUVD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53D5D8-94ED-480F-BD37-C08558B53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14" y="1007784"/>
            <a:ext cx="7704857" cy="1512000"/>
          </a:xfrm>
        </p:spPr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84A1D6-AAB4-4413-A1BF-43D863CB6F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Teamkonferenz 2022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6CE0D49-F9F3-4F48-ADF4-67AA396E8B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Johannes Merkert und Philipp Oßwald</a:t>
            </a:r>
          </a:p>
          <a:p>
            <a:fld id="{FB195ED1-4338-49C6-B09A-7897958CE3AA}" type="datetime1">
              <a:rPr lang="de-DE" smtClean="0"/>
              <a:t>24.11.22</a:t>
            </a:fld>
            <a:r>
              <a:rPr lang="de-DE" dirty="0"/>
              <a:t> | Stuttgart</a:t>
            </a:r>
          </a:p>
        </p:txBody>
      </p:sp>
      <p:pic>
        <p:nvPicPr>
          <p:cNvPr id="7" name="Grafik 6" descr="Ein Bild, das Text, Computer enthält.&#10;&#10;Automatisch generierte Beschreibung">
            <a:extLst>
              <a:ext uri="{FF2B5EF4-FFF2-40B4-BE49-F238E27FC236}">
                <a16:creationId xmlns:a16="http://schemas.microsoft.com/office/drawing/2014/main" id="{C2DB3CEE-70FA-E278-174B-B7132467F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399" y="1996366"/>
            <a:ext cx="5067805" cy="4339347"/>
          </a:xfrm>
          <a:prstGeom prst="rect">
            <a:avLst/>
          </a:prstGeom>
          <a:effectLst>
            <a:softEdge rad="419100"/>
          </a:effectLst>
        </p:spPr>
      </p:pic>
    </p:spTree>
    <p:extLst>
      <p:ext uri="{BB962C8B-B14F-4D97-AF65-F5344CB8AC3E}">
        <p14:creationId xmlns:p14="http://schemas.microsoft.com/office/powerpoint/2010/main" val="247962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61D3434-5ACA-4833-BF75-288CD69D6B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Einleitung</a:t>
            </a:r>
          </a:p>
          <a:p>
            <a:r>
              <a:rPr lang="de-DE" dirty="0"/>
              <a:t>Setup</a:t>
            </a:r>
          </a:p>
          <a:p>
            <a:r>
              <a:rPr lang="de-DE" dirty="0"/>
              <a:t>Enumeration</a:t>
            </a:r>
          </a:p>
          <a:p>
            <a:r>
              <a:rPr lang="de-DE" dirty="0"/>
              <a:t>Übungsaufgaben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5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EC85B1-3C45-483D-9CF9-271D17B871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08A1C78-06F3-42EE-A611-DC03295AE284}" type="datetime1">
              <a:rPr lang="de-DE" smtClean="0"/>
              <a:pPr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E4D442-C7E6-4081-B5D4-D739F74585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E620A7-64B7-4F56-A530-263670DC6B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47A54D-230C-49CC-8ED5-B3F9D9515C5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Disclaimer: wir besprechen hier ausschließlich </a:t>
            </a:r>
            <a:r>
              <a:rPr lang="de-DE" dirty="0" err="1"/>
              <a:t>Konfigurations</a:t>
            </a:r>
            <a:r>
              <a:rPr lang="de-DE" dirty="0"/>
              <a:t> und Berechtigungsthemen, </a:t>
            </a:r>
            <a:r>
              <a:rPr lang="de-DE" b="1" dirty="0"/>
              <a:t>keine</a:t>
            </a:r>
            <a:r>
              <a:rPr lang="de-DE" dirty="0"/>
              <a:t> Kernelexploits o.ä.</a:t>
            </a:r>
          </a:p>
          <a:p>
            <a:r>
              <a:rPr lang="de-DE" dirty="0"/>
              <a:t>Entsprechend sind die folgenden „Lücken“ auch für die aktuellsten Linuxversionen relevant ;)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A0E8C60-8F40-45E7-AFB1-6AC729BD08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906AB88-8516-45A1-84F0-9B8ED75DF224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B9F452-D742-461C-AD36-ECCD3040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de-DE" dirty="0"/>
              <a:t>Einleitung</a:t>
            </a:r>
          </a:p>
        </p:txBody>
      </p:sp>
    </p:spTree>
    <p:extLst>
      <p:ext uri="{BB962C8B-B14F-4D97-AF65-F5344CB8AC3E}">
        <p14:creationId xmlns:p14="http://schemas.microsoft.com/office/powerpoint/2010/main" val="136288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Wir haben eine VM sowie </a:t>
            </a:r>
            <a:r>
              <a:rPr lang="de-DE" dirty="0" err="1"/>
              <a:t>Dockercontainer</a:t>
            </a:r>
            <a:r>
              <a:rPr lang="de-DE" dirty="0"/>
              <a:t> vorbereitet in dem Ihr die folgenden Übungen ausprobieren könnt</a:t>
            </a:r>
          </a:p>
          <a:p>
            <a:endParaRPr lang="de-DE" dirty="0"/>
          </a:p>
          <a:p>
            <a:r>
              <a:rPr lang="en-US" dirty="0"/>
              <a:t>docker pull </a:t>
            </a:r>
            <a:r>
              <a:rPr lang="en-US" dirty="0" err="1"/>
              <a:t>lpeworkshop</a:t>
            </a:r>
            <a:r>
              <a:rPr lang="en-US" dirty="0"/>
              <a:t>/</a:t>
            </a:r>
            <a:r>
              <a:rPr lang="en-US" dirty="0" err="1"/>
              <a:t>hacking:latest</a:t>
            </a:r>
            <a:endParaRPr lang="en-US" dirty="0"/>
          </a:p>
          <a:p>
            <a:r>
              <a:rPr lang="en-US" dirty="0"/>
              <a:t>docker run --rm -it </a:t>
            </a:r>
            <a:r>
              <a:rPr lang="en-US" dirty="0" err="1"/>
              <a:t>lpeworkshop</a:t>
            </a:r>
            <a:r>
              <a:rPr lang="en-US" dirty="0"/>
              <a:t>/</a:t>
            </a:r>
            <a:r>
              <a:rPr lang="en-US" dirty="0" err="1"/>
              <a:t>hacking:latest</a:t>
            </a:r>
            <a:endParaRPr lang="en-US" dirty="0"/>
          </a:p>
          <a:p>
            <a:endParaRPr lang="en-US" dirty="0"/>
          </a:p>
          <a:p>
            <a:r>
              <a:rPr lang="en-US" dirty="0"/>
              <a:t>Oder Debian VM Download</a:t>
            </a:r>
          </a:p>
          <a:p>
            <a:r>
              <a:rPr lang="en-US" dirty="0" err="1"/>
              <a:t>Virtualbox</a:t>
            </a:r>
            <a:r>
              <a:rPr lang="en-US" dirty="0"/>
              <a:t> &gt; </a:t>
            </a:r>
            <a:r>
              <a:rPr lang="en-US" dirty="0" err="1"/>
              <a:t>Datei</a:t>
            </a:r>
            <a:r>
              <a:rPr lang="en-US" dirty="0"/>
              <a:t> &gt; Appliance </a:t>
            </a:r>
            <a:r>
              <a:rPr lang="en-US" dirty="0" err="1"/>
              <a:t>importieren</a:t>
            </a:r>
            <a:r>
              <a:rPr lang="en-US" dirty="0"/>
              <a:t> …</a:t>
            </a:r>
          </a:p>
          <a:p>
            <a:endParaRPr lang="en-US" dirty="0"/>
          </a:p>
          <a:p>
            <a:r>
              <a:rPr lang="en-US" dirty="0" err="1"/>
              <a:t>Hinweis</a:t>
            </a:r>
            <a:r>
              <a:rPr lang="en-US" dirty="0"/>
              <a:t>: Da in </a:t>
            </a:r>
            <a:r>
              <a:rPr lang="en-US" dirty="0" err="1"/>
              <a:t>einem</a:t>
            </a:r>
            <a:r>
              <a:rPr lang="en-US" dirty="0"/>
              <a:t> Docker-Container Cron-Jobs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wirklich</a:t>
            </a:r>
            <a:r>
              <a:rPr lang="en-US" dirty="0"/>
              <a:t> </a:t>
            </a:r>
            <a:r>
              <a:rPr lang="en-US" dirty="0" err="1"/>
              <a:t>funktionieren</a:t>
            </a:r>
            <a:r>
              <a:rPr lang="en-US" dirty="0"/>
              <a:t>,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alle </a:t>
            </a:r>
            <a:r>
              <a:rPr lang="en-US" dirty="0" err="1"/>
              <a:t>Aufgaben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Docker Container </a:t>
            </a:r>
            <a:r>
              <a:rPr lang="en-US" dirty="0" err="1"/>
              <a:t>nachvollzogen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 </a:t>
            </a:r>
            <a:r>
              <a:rPr lang="en-US" dirty="0" err="1"/>
              <a:t>Nutzt</a:t>
            </a:r>
            <a:r>
              <a:rPr lang="en-US" dirty="0"/>
              <a:t> </a:t>
            </a:r>
            <a:r>
              <a:rPr lang="en-US" dirty="0" err="1"/>
              <a:t>dafür</a:t>
            </a:r>
            <a:r>
              <a:rPr lang="en-US" dirty="0"/>
              <a:t> die VM.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</a:t>
            </a:r>
          </a:p>
        </p:txBody>
      </p:sp>
      <p:pic>
        <p:nvPicPr>
          <p:cNvPr id="8" name="Inhaltsplatzhalter 9">
            <a:extLst>
              <a:ext uri="{FF2B5EF4-FFF2-40B4-BE49-F238E27FC236}">
                <a16:creationId xmlns:a16="http://schemas.microsoft.com/office/drawing/2014/main" id="{2D37D28E-7021-C216-327B-DE9C739C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12" y="1746082"/>
            <a:ext cx="3003194" cy="248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0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3AEB49C-DA8F-0AF7-50C0-9F291DF68A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545B60-613F-44AB-9BBA-A7C4A96C2337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A1D886-E95C-59CD-94B9-45D299E1142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Linux Privilege Escalation Workshop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1BF9E6-E624-EDFF-0986-83B5232D10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6DE39B5-666D-97A9-C6B6-4F430789926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System</a:t>
            </a:r>
          </a:p>
          <a:p>
            <a:pPr marL="0" indent="0">
              <a:buNone/>
            </a:pP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hostname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uname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-a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proc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version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issue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dirty="0"/>
              <a:t>Programme und Prozesse</a:t>
            </a:r>
          </a:p>
          <a:p>
            <a:pPr marL="0" indent="0">
              <a:buNone/>
            </a:pP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ps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aux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env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-l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ls -la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id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passwd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history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F8FC99C-CFED-5FE8-B37C-A3846CBF84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AF74D6D-9DCE-F76D-0D72-99873051B5F4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Lucida Sans Typewriter" panose="020B0604020202020204" pitchFamily="49" charset="0"/>
              </a:rPr>
              <a:t>Am Anfang steht immer die Recherche.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B050"/>
                </a:solidFill>
                <a:latin typeface="Lucida Sans Typewriter" panose="020B0604020202020204" pitchFamily="49" charset="0"/>
              </a:rPr>
              <a:t>Auf was für einem System befinde ich mich?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B050"/>
                </a:solidFill>
                <a:latin typeface="Lucida Sans Typewriter" panose="020B0604020202020204" pitchFamily="49" charset="0"/>
              </a:rPr>
              <a:t>Welche Linux Distribution, welche Kernel-Version?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B050"/>
                </a:solidFill>
                <a:latin typeface="Lucida Sans Typewriter" panose="020B0604020202020204" pitchFamily="49" charset="0"/>
              </a:rPr>
              <a:t>Mit diesen Infos lassen sich bspw. Kernel Exploits identifizieren.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537C5B9-3618-F826-FDDB-1078B782F170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Netzwerk</a:t>
            </a:r>
          </a:p>
          <a:p>
            <a:pPr marL="0" indent="0">
              <a:buNone/>
            </a:pP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ifconfig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netstat</a:t>
            </a:r>
            <a:endParaRPr lang="de-DE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36AE1685-774F-9179-BBF7-BF026B87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Enumeration</a:t>
            </a:r>
          </a:p>
        </p:txBody>
      </p:sp>
    </p:spTree>
    <p:extLst>
      <p:ext uri="{BB962C8B-B14F-4D97-AF65-F5344CB8AC3E}">
        <p14:creationId xmlns:p14="http://schemas.microsoft.com/office/powerpoint/2010/main" val="282565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EC85B1-3C45-483D-9CF9-271D17B871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08A1C78-06F3-42EE-A611-DC03295AE284}" type="datetime1">
              <a:rPr lang="de-DE" smtClean="0"/>
              <a:pPr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E4D442-C7E6-4081-B5D4-D739F74585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E620A7-64B7-4F56-A530-263670DC6B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47A54D-230C-49CC-8ED5-B3F9D9515C5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find /</a:t>
            </a:r>
            <a:r>
              <a:rPr lang="de-DE" sz="15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-name </a:t>
            </a:r>
            <a:r>
              <a:rPr lang="de-DE" sz="15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flag.txt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Datei “</a:t>
            </a:r>
            <a:r>
              <a:rPr lang="de-DE" sz="15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flag.txt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 im /</a:t>
            </a:r>
            <a:r>
              <a:rPr lang="de-DE" sz="15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Verzeichnis</a:t>
            </a:r>
          </a:p>
          <a:p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find / -type d -name </a:t>
            </a:r>
            <a:r>
              <a:rPr lang="de-DE" sz="15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Verzeichnis "</a:t>
            </a:r>
            <a:r>
              <a:rPr lang="de-DE" sz="15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unter “/”</a:t>
            </a:r>
          </a:p>
          <a:p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find / -type f -perm 0777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Alle Dateien mit 777 Berechtigung (lesen, schreiben und ausführen für alle Benutzer)</a:t>
            </a:r>
          </a:p>
          <a:p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find / -perm a=x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Ausführbare Dateien</a:t>
            </a:r>
          </a:p>
          <a:p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find /</a:t>
            </a:r>
            <a:r>
              <a:rPr lang="de-DE" sz="15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-user </a:t>
            </a:r>
            <a:r>
              <a:rPr lang="de-DE" sz="15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debian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Dateien des Benutzers “</a:t>
            </a:r>
            <a:r>
              <a:rPr lang="de-DE" sz="15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debian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 unter “/</a:t>
            </a:r>
            <a:r>
              <a:rPr lang="de-DE" sz="15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</a:t>
            </a:r>
          </a:p>
          <a:p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find / -perm -o w -type d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Alle für alle Benutzer schreibbaren Verzeichnisse</a:t>
            </a:r>
          </a:p>
          <a:p>
            <a:r>
              <a:rPr lang="de-DE" sz="15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find / -perm -u=s -type f</a:t>
            </a:r>
            <a:r>
              <a:rPr lang="de-DE" sz="15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Alle Dateien mit gesetztem SUID Bit</a:t>
            </a:r>
          </a:p>
          <a:p>
            <a:endParaRPr lang="de-DE" sz="150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A0E8C60-8F40-45E7-AFB1-6AC729BD08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906AB88-8516-45A1-84F0-9B8ED75DF224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Lucida Sans Typewriter" panose="020B0604020202020204" pitchFamily="49" charset="0"/>
              </a:rPr>
              <a:t>Welche Dateien und Verzeichnisse gibt es?</a:t>
            </a:r>
          </a:p>
          <a:p>
            <a:pPr marL="0" indent="0">
              <a:buNone/>
            </a:pPr>
            <a:endParaRPr lang="de-DE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Mit find lässt sich das gesamte System durchsuchen</a:t>
            </a:r>
          </a:p>
          <a:p>
            <a:pPr marL="0" indent="0">
              <a:buNone/>
            </a:pPr>
            <a:endParaRPr lang="de-DE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de-DE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Tipp:</a:t>
            </a: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Consolas" panose="020B0609020204030204" pitchFamily="49" charset="0"/>
              </a:rPr>
              <a:t>`</a:t>
            </a:r>
            <a:r>
              <a:rPr lang="de-DE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...  2&gt;/</a:t>
            </a:r>
            <a:r>
              <a:rPr lang="de-DE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dev</a:t>
            </a:r>
            <a:r>
              <a:rPr lang="de-DE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/null` leitet Fehler ins digitale Nirvana um</a:t>
            </a:r>
          </a:p>
          <a:p>
            <a:pPr marL="0" indent="0">
              <a:buNone/>
            </a:pPr>
            <a:endParaRPr lang="de-DE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B9F452-D742-461C-AD36-ECCD3040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de-DE" dirty="0"/>
              <a:t>Enumeration (2)</a:t>
            </a:r>
          </a:p>
        </p:txBody>
      </p:sp>
    </p:spTree>
    <p:extLst>
      <p:ext uri="{BB962C8B-B14F-4D97-AF65-F5344CB8AC3E}">
        <p14:creationId xmlns:p14="http://schemas.microsoft.com/office/powerpoint/2010/main" val="344078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EC85B1-3C45-483D-9CF9-271D17B871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08A1C78-06F3-42EE-A611-DC03295AE284}" type="datetime1">
              <a:rPr lang="de-DE" smtClean="0"/>
              <a:pPr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E4D442-C7E6-4081-B5D4-D739F74585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E620A7-64B7-4F56-A530-263670DC6B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47A54D-230C-49CC-8ED5-B3F9D9515C5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 err="1">
                <a:hlinkClick r:id="rId3"/>
              </a:rPr>
              <a:t>LinPeas</a:t>
            </a:r>
            <a:endParaRPr lang="de-DE" dirty="0"/>
          </a:p>
          <a:p>
            <a:r>
              <a:rPr lang="de-DE" dirty="0" err="1">
                <a:hlinkClick r:id="rId4"/>
              </a:rPr>
              <a:t>LinEnum</a:t>
            </a:r>
            <a:endParaRPr lang="de-DE" dirty="0"/>
          </a:p>
          <a:p>
            <a:r>
              <a:rPr lang="de-DE" dirty="0">
                <a:hlinkClick r:id="rId5"/>
              </a:rPr>
              <a:t>LES (Linux Exploit </a:t>
            </a:r>
            <a:r>
              <a:rPr lang="de-DE" dirty="0" err="1">
                <a:hlinkClick r:id="rId5"/>
              </a:rPr>
              <a:t>Suggester</a:t>
            </a:r>
            <a:r>
              <a:rPr lang="de-DE" dirty="0">
                <a:hlinkClick r:id="rId5"/>
              </a:rPr>
              <a:t>)</a:t>
            </a:r>
            <a:endParaRPr lang="de-DE" dirty="0"/>
          </a:p>
          <a:p>
            <a:r>
              <a:rPr lang="de-DE" dirty="0">
                <a:hlinkClick r:id="rId6"/>
              </a:rPr>
              <a:t>Linux Smart Enumeration</a:t>
            </a:r>
            <a:endParaRPr lang="de-DE" dirty="0"/>
          </a:p>
          <a:p>
            <a:r>
              <a:rPr lang="de-DE" dirty="0">
                <a:hlinkClick r:id="rId7"/>
              </a:rPr>
              <a:t>Linux </a:t>
            </a:r>
            <a:r>
              <a:rPr lang="de-DE" dirty="0" err="1">
                <a:hlinkClick r:id="rId7"/>
              </a:rPr>
              <a:t>Priv</a:t>
            </a:r>
            <a:r>
              <a:rPr lang="de-DE" dirty="0">
                <a:hlinkClick r:id="rId7"/>
              </a:rPr>
              <a:t> Checker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A0E8C60-8F40-45E7-AFB1-6AC729BD08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906AB88-8516-45A1-84F0-9B8ED75DF224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Es gibt auch Skripte und Tools, welche einem die Enumeration abnehmen. Das kann sehr viel Zeit sparen, möglicherweise übersehen diese Tools allerdings etwas.</a:t>
            </a:r>
          </a:p>
          <a:p>
            <a:pPr marL="0" indent="0">
              <a:buNone/>
            </a:pPr>
            <a:endParaRPr lang="de-DE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Die Skripte liegen zum ausprobieren auf der Maschine im Ordner /</a:t>
            </a:r>
            <a:r>
              <a:rPr lang="de-DE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home</a:t>
            </a:r>
            <a:r>
              <a:rPr lang="de-DE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/</a:t>
            </a:r>
            <a:r>
              <a:rPr lang="de-DE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john</a:t>
            </a:r>
            <a:r>
              <a:rPr lang="de-DE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/</a:t>
            </a:r>
            <a:r>
              <a:rPr lang="de-DE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enum</a:t>
            </a:r>
            <a:endParaRPr lang="de-DE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B9F452-D742-461C-AD36-ECCD3040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de-DE" dirty="0"/>
              <a:t>Enumeration (automatisiert)</a:t>
            </a:r>
          </a:p>
        </p:txBody>
      </p:sp>
    </p:spTree>
    <p:extLst>
      <p:ext uri="{BB962C8B-B14F-4D97-AF65-F5344CB8AC3E}">
        <p14:creationId xmlns:p14="http://schemas.microsoft.com/office/powerpoint/2010/main" val="131892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platzhalter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4769C27D-7E84-16FF-A32E-12FED3CCB37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8158" r="8158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85913985-0D2C-9974-C76B-CDB9614D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16" y="611572"/>
            <a:ext cx="3168000" cy="2916324"/>
          </a:xfrm>
        </p:spPr>
        <p:txBody>
          <a:bodyPr/>
          <a:lstStyle/>
          <a:p>
            <a:br>
              <a:rPr lang="de-DE" dirty="0"/>
            </a:br>
            <a:r>
              <a:rPr lang="de-DE" dirty="0"/>
              <a:t>Ich will jetzt endlich selber </a:t>
            </a:r>
            <a:r>
              <a:rPr lang="de-DE" dirty="0" err="1"/>
              <a:t>cybern</a:t>
            </a:r>
            <a:r>
              <a:rPr lang="de-DE" dirty="0"/>
              <a:t> !</a:t>
            </a:r>
            <a:r>
              <a:rPr lang="de-DE" dirty="0" err="1"/>
              <a:t>einself</a:t>
            </a:r>
            <a:r>
              <a:rPr lang="de-DE" dirty="0"/>
              <a:t>!!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177920A-F546-784E-F869-2F1924E3A8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DDAAA9B-3F39-BDC2-2800-A3EC1947E2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5444E99-E9EC-27AF-8340-12DDA061C6B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BEC2D9B-8EFA-5EB3-19E2-4B0C83DB06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5DC7909-B1FF-2323-780E-785AFF57A9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1CF168D-6D6A-8BF2-F195-E15F3BC6137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860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In Linux werden alle ausgeführten Befehle im sog. </a:t>
            </a:r>
            <a:r>
              <a:rPr lang="de-DE" dirty="0" err="1"/>
              <a:t>Historyfile</a:t>
            </a:r>
            <a:r>
              <a:rPr lang="de-DE" dirty="0"/>
              <a:t> unter ~/.</a:t>
            </a:r>
            <a:r>
              <a:rPr lang="de-DE" dirty="0" err="1"/>
              <a:t>history</a:t>
            </a:r>
            <a:r>
              <a:rPr lang="de-DE" dirty="0"/>
              <a:t> gespeichert</a:t>
            </a:r>
          </a:p>
          <a:p>
            <a:r>
              <a:rPr lang="de-DE" dirty="0"/>
              <a:t>Damit kann man alles nachverfolgen was in der bash eingegeben wurde.</a:t>
            </a:r>
          </a:p>
          <a:p>
            <a:r>
              <a:rPr lang="de-DE" dirty="0"/>
              <a:t>Mit dem Befehl </a:t>
            </a:r>
            <a:r>
              <a:rPr lang="de-DE" dirty="0" err="1"/>
              <a:t>History</a:t>
            </a:r>
            <a:r>
              <a:rPr lang="de-DE" dirty="0"/>
              <a:t> kann man sich alle Befehle anzeigen lassen auch Passwörter!</a:t>
            </a:r>
          </a:p>
          <a:p>
            <a:endParaRPr lang="de-DE" dirty="0"/>
          </a:p>
          <a:p>
            <a:r>
              <a:rPr lang="de-DE" dirty="0"/>
              <a:t>Aufgabe: wo hat sich John kürzlich eingeloggt und sein Passwort als Parameter mitgegeben?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History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CC51679-E1F2-8853-0C94-4665DD63F764}"/>
              </a:ext>
            </a:extLst>
          </p:cNvPr>
          <p:cNvSpPr txBox="1"/>
          <p:nvPr/>
        </p:nvSpPr>
        <p:spPr>
          <a:xfrm>
            <a:off x="611039" y="2087736"/>
            <a:ext cx="288032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Be </a:t>
            </a: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carefull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 </a:t>
            </a: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what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 </a:t>
            </a: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you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 </a:t>
            </a: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say</a:t>
            </a: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03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Manche Menschen verwenden schwache Passwörter (WAAAS?!?!!)</a:t>
            </a:r>
          </a:p>
          <a:p>
            <a:r>
              <a:rPr lang="de-DE" dirty="0"/>
              <a:t>User sind in der Datei /</a:t>
            </a:r>
            <a:r>
              <a:rPr lang="de-DE" dirty="0" err="1"/>
              <a:t>etc</a:t>
            </a:r>
            <a:r>
              <a:rPr lang="de-DE" dirty="0"/>
              <a:t>/</a:t>
            </a:r>
            <a:r>
              <a:rPr lang="de-DE" dirty="0" err="1"/>
              <a:t>passwd</a:t>
            </a:r>
            <a:r>
              <a:rPr lang="de-DE" dirty="0"/>
              <a:t> hinterlegt, Details durch : getrennt</a:t>
            </a:r>
          </a:p>
          <a:p>
            <a:pPr marL="0" indent="0">
              <a:buNone/>
            </a:pPr>
            <a:r>
              <a:rPr lang="en-GB" sz="1600" b="0" i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 john:x:998:998::/home/john:/bin/bash</a:t>
            </a:r>
            <a:endParaRPr lang="de-DE" dirty="0"/>
          </a:p>
          <a:p>
            <a:pPr lvl="2"/>
            <a:r>
              <a:rPr lang="de-DE" dirty="0"/>
              <a:t>User Name</a:t>
            </a:r>
          </a:p>
          <a:p>
            <a:pPr lvl="2"/>
            <a:r>
              <a:rPr lang="de-DE" dirty="0"/>
              <a:t>Verschlüsseltes Password (x: steht in der /</a:t>
            </a:r>
            <a:r>
              <a:rPr lang="de-DE" dirty="0" err="1"/>
              <a:t>etc</a:t>
            </a:r>
            <a:r>
              <a:rPr lang="de-DE" dirty="0"/>
              <a:t>/</a:t>
            </a:r>
            <a:r>
              <a:rPr lang="de-DE" dirty="0" err="1"/>
              <a:t>shadow</a:t>
            </a:r>
            <a:r>
              <a:rPr lang="de-DE" dirty="0"/>
              <a:t> Datei)</a:t>
            </a:r>
          </a:p>
          <a:p>
            <a:pPr lvl="2"/>
            <a:r>
              <a:rPr lang="de-DE" dirty="0"/>
              <a:t>User ID (UID)</a:t>
            </a:r>
          </a:p>
          <a:p>
            <a:pPr lvl="2"/>
            <a:r>
              <a:rPr lang="de-DE" dirty="0"/>
              <a:t>User Gruppen ID (GID)</a:t>
            </a:r>
          </a:p>
          <a:p>
            <a:pPr lvl="2"/>
            <a:r>
              <a:rPr lang="de-DE" dirty="0"/>
              <a:t>User voller Name</a:t>
            </a:r>
          </a:p>
          <a:p>
            <a:pPr lvl="2"/>
            <a:r>
              <a:rPr lang="de-DE" dirty="0"/>
              <a:t>User </a:t>
            </a:r>
            <a:r>
              <a:rPr lang="de-DE" dirty="0" err="1"/>
              <a:t>home</a:t>
            </a:r>
            <a:r>
              <a:rPr lang="de-DE" dirty="0"/>
              <a:t> Verzeichnis</a:t>
            </a:r>
          </a:p>
          <a:p>
            <a:pPr lvl="2"/>
            <a:r>
              <a:rPr lang="de-DE" dirty="0"/>
              <a:t>Login </a:t>
            </a:r>
            <a:r>
              <a:rPr lang="de-DE" dirty="0" err="1"/>
              <a:t>shell</a:t>
            </a:r>
            <a:endParaRPr lang="de-DE" dirty="0"/>
          </a:p>
          <a:p>
            <a:r>
              <a:rPr lang="de-DE" dirty="0"/>
              <a:t>Auf der Maschine gibt es noch einen User „</a:t>
            </a:r>
            <a:r>
              <a:rPr lang="de-DE" dirty="0" err="1"/>
              <a:t>debian</a:t>
            </a:r>
            <a:r>
              <a:rPr lang="de-DE" dirty="0"/>
              <a:t>“, kannst du sein Passwort erraten?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Schwache Passwörter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94D0C8C-57FA-4FD3-E7BF-D59E98F3F4C2}"/>
              </a:ext>
            </a:extLst>
          </p:cNvPr>
          <p:cNvSpPr txBox="1"/>
          <p:nvPr/>
        </p:nvSpPr>
        <p:spPr>
          <a:xfrm>
            <a:off x="611039" y="662834"/>
            <a:ext cx="2880320" cy="764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3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Passwörter sind in der /</a:t>
            </a:r>
            <a:r>
              <a:rPr lang="de-DE" dirty="0" err="1"/>
              <a:t>etc</a:t>
            </a:r>
            <a:r>
              <a:rPr lang="de-DE" dirty="0"/>
              <a:t>/</a:t>
            </a:r>
            <a:r>
              <a:rPr lang="de-DE" dirty="0" err="1"/>
              <a:t>shadow</a:t>
            </a:r>
            <a:r>
              <a:rPr lang="de-DE" dirty="0"/>
              <a:t> Datei als (</a:t>
            </a:r>
            <a:r>
              <a:rPr lang="de-DE" dirty="0" err="1"/>
              <a:t>salted</a:t>
            </a:r>
            <a:r>
              <a:rPr lang="de-DE" dirty="0"/>
              <a:t>) </a:t>
            </a:r>
            <a:r>
              <a:rPr lang="de-DE" dirty="0" err="1"/>
              <a:t>hash</a:t>
            </a:r>
            <a:r>
              <a:rPr lang="de-DE" dirty="0"/>
              <a:t> abgelegt</a:t>
            </a:r>
          </a:p>
          <a:p>
            <a:r>
              <a:rPr lang="de-DE" dirty="0"/>
              <a:t>/</a:t>
            </a:r>
            <a:r>
              <a:rPr lang="de-DE" dirty="0" err="1"/>
              <a:t>etc</a:t>
            </a:r>
            <a:r>
              <a:rPr lang="de-DE" dirty="0"/>
              <a:t>/</a:t>
            </a:r>
            <a:r>
              <a:rPr lang="de-DE" dirty="0" err="1"/>
              <a:t>shadow</a:t>
            </a:r>
            <a:r>
              <a:rPr lang="de-DE" dirty="0"/>
              <a:t> ist normalerweise nur mit root-Rechten lesbar</a:t>
            </a:r>
          </a:p>
          <a:p>
            <a:pPr lvl="2"/>
            <a:r>
              <a:rPr lang="de-DE" dirty="0"/>
              <a:t>Normalerweise. Lass dir den Inhalt ausgeben </a:t>
            </a:r>
            <a:r>
              <a:rPr lang="de-DE" dirty="0">
                <a:sym typeface="Wingdings" pitchFamily="2" charset="2"/>
              </a:rPr>
              <a:t></a:t>
            </a:r>
            <a:endParaRPr lang="de-DE" dirty="0"/>
          </a:p>
          <a:p>
            <a:r>
              <a:rPr lang="de-DE" dirty="0"/>
              <a:t>schwache Passwörter können ggf. mit einer Wörterbuch-Attacke geknackt werden</a:t>
            </a:r>
          </a:p>
          <a:p>
            <a:r>
              <a:rPr lang="de-DE" dirty="0"/>
              <a:t>John </a:t>
            </a:r>
            <a:r>
              <a:rPr lang="de-DE" dirty="0" err="1"/>
              <a:t>the</a:t>
            </a:r>
            <a:r>
              <a:rPr lang="de-DE" dirty="0"/>
              <a:t> Ripper kann das, in zwei Schritten</a:t>
            </a:r>
          </a:p>
          <a:p>
            <a:pPr lvl="2"/>
            <a:r>
              <a:rPr lang="de-DE" dirty="0" err="1"/>
              <a:t>Unshadow</a:t>
            </a:r>
            <a:r>
              <a:rPr lang="de-DE" dirty="0"/>
              <a:t> der </a:t>
            </a:r>
            <a:r>
              <a:rPr lang="de-DE" dirty="0" err="1"/>
              <a:t>shadow</a:t>
            </a:r>
            <a:r>
              <a:rPr lang="de-DE" dirty="0"/>
              <a:t> Datei mit der </a:t>
            </a:r>
            <a:r>
              <a:rPr lang="de-DE" dirty="0" err="1"/>
              <a:t>passwd</a:t>
            </a:r>
            <a:r>
              <a:rPr lang="de-DE" dirty="0"/>
              <a:t> Datei</a:t>
            </a:r>
          </a:p>
          <a:p>
            <a:pPr marL="216000" lvl="2" indent="0">
              <a:buNone/>
            </a:pPr>
            <a:r>
              <a:rPr lang="en-GB" sz="1400" b="0" i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unshadow /etc/passwd /etc/shadow &gt; /home/john/</a:t>
            </a:r>
            <a:r>
              <a:rPr lang="en-GB" sz="1400" b="0" i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unshadowed</a:t>
            </a:r>
            <a:endParaRPr lang="de-DE" dirty="0"/>
          </a:p>
          <a:p>
            <a:pPr lvl="2"/>
            <a:r>
              <a:rPr lang="de-DE" dirty="0"/>
              <a:t>Wörterbuch Attacke auf die </a:t>
            </a:r>
            <a:r>
              <a:rPr lang="de-DE" dirty="0" err="1"/>
              <a:t>unshadowed</a:t>
            </a:r>
            <a:r>
              <a:rPr lang="de-DE" dirty="0"/>
              <a:t> Datei</a:t>
            </a:r>
          </a:p>
          <a:p>
            <a:pPr marL="216000" lvl="2" indent="0">
              <a:buNone/>
            </a:pPr>
            <a:r>
              <a:rPr lang="en-GB" sz="1400" b="0" i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john --wordlist=/home/john/top_100.txt /home/john/</a:t>
            </a:r>
            <a:r>
              <a:rPr lang="en-GB" sz="1400" b="0" i="0" dirty="0" err="1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unshadowed</a:t>
            </a:r>
            <a:endParaRPr lang="de-DE" sz="1200" dirty="0"/>
          </a:p>
          <a:p>
            <a:endParaRPr lang="de-DE" dirty="0"/>
          </a:p>
          <a:p>
            <a:pPr marL="0" indent="0">
              <a:buNone/>
            </a:pPr>
            <a:r>
              <a:rPr lang="de-DE" dirty="0" err="1"/>
              <a:t>pwned</a:t>
            </a:r>
            <a:r>
              <a:rPr lang="de-DE" dirty="0"/>
              <a:t>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Raten ist für Langweiler!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Schwache Passwörter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94D0C8C-57FA-4FD3-E7BF-D59E98F3F4C2}"/>
              </a:ext>
            </a:extLst>
          </p:cNvPr>
          <p:cNvSpPr txBox="1"/>
          <p:nvPr/>
        </p:nvSpPr>
        <p:spPr>
          <a:xfrm>
            <a:off x="611039" y="662834"/>
            <a:ext cx="2880320" cy="57656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Bei Wörterbuch-Attacken werden Passwort-Hashes mit Hashes vergleichen, die aus einer Passwort-Liste generiert werden.</a:t>
            </a: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Eine Umfangreiche Sammlung von Wörterbüchern  für User, Passwörter und Verzeichnisse bietet 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  <a:hlinkClick r:id="rId3"/>
              </a:rPr>
              <a:t>https://github.com/danielmiessler/SecLists</a:t>
            </a: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Eine Liste von 100 beliebten Passwörtern liegt auf der Maschine: /</a:t>
            </a: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home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/</a:t>
            </a: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john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/top_100.txt</a:t>
            </a:r>
          </a:p>
          <a:p>
            <a:pPr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Beliebte Tools</a:t>
            </a:r>
          </a:p>
          <a:p>
            <a:pPr marL="285750" indent="-285750">
              <a:spcBef>
                <a:spcPts val="60"/>
              </a:spcBef>
              <a:buSzPct val="100000"/>
              <a:buFontTx/>
              <a:buChar char="-"/>
            </a:pP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Hashcat</a:t>
            </a: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marL="285750" indent="-285750">
              <a:spcBef>
                <a:spcPts val="60"/>
              </a:spcBef>
              <a:buSzPct val="100000"/>
              <a:buFontTx/>
              <a:buChar char="-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John </a:t>
            </a: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the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 Ripper </a:t>
            </a:r>
          </a:p>
          <a:p>
            <a:pPr marL="285750" indent="-285750">
              <a:spcBef>
                <a:spcPts val="60"/>
              </a:spcBef>
              <a:buSzPct val="100000"/>
              <a:buFontTx/>
              <a:buChar char="-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1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Welche Programme für einem Anwender in </a:t>
            </a:r>
            <a:r>
              <a:rPr lang="de-DE" dirty="0" err="1"/>
              <a:t>sudo</a:t>
            </a:r>
            <a:r>
              <a:rPr lang="de-DE" dirty="0"/>
              <a:t> konfiguriert sind erfährt man mit dem `</a:t>
            </a:r>
            <a:r>
              <a:rPr lang="de-DE" dirty="0" err="1"/>
              <a:t>sudo</a:t>
            </a:r>
            <a:r>
              <a:rPr lang="de-DE" dirty="0"/>
              <a:t> -l` Befehl.</a:t>
            </a:r>
          </a:p>
          <a:p>
            <a:r>
              <a:rPr lang="de-DE" dirty="0"/>
              <a:t>Bei einigen Programmen gibt es jedoch die Möglichkeit, Dateien zu lesen oder eine </a:t>
            </a:r>
            <a:r>
              <a:rPr lang="de-DE" dirty="0" err="1"/>
              <a:t>shell</a:t>
            </a:r>
            <a:r>
              <a:rPr lang="de-DE" dirty="0"/>
              <a:t> zu spawnen - und wenn das Programm mit root-Rechten ausgeführt wurde, Dateien mit root Lesezugriff (bspw. /</a:t>
            </a:r>
            <a:r>
              <a:rPr lang="de-DE" dirty="0" err="1"/>
              <a:t>etc</a:t>
            </a:r>
            <a:r>
              <a:rPr lang="de-DE" dirty="0"/>
              <a:t>/</a:t>
            </a:r>
            <a:r>
              <a:rPr lang="de-DE" dirty="0" err="1"/>
              <a:t>shadow</a:t>
            </a:r>
            <a:r>
              <a:rPr lang="de-DE" dirty="0"/>
              <a:t>) zu lesen/schreiben oder eine root-</a:t>
            </a:r>
            <a:r>
              <a:rPr lang="de-DE" dirty="0" err="1"/>
              <a:t>shell</a:t>
            </a:r>
            <a:r>
              <a:rPr lang="de-DE" dirty="0"/>
              <a:t> zu spawnen.</a:t>
            </a:r>
          </a:p>
          <a:p>
            <a:r>
              <a:rPr lang="de-DE" dirty="0"/>
              <a:t>Eine Sammlung dieser Programme und wie man diese Schwachstelle ausnutzt findet man auf </a:t>
            </a:r>
            <a:r>
              <a:rPr lang="de-DE" dirty="0" err="1">
                <a:hlinkClick r:id="rId3"/>
              </a:rPr>
              <a:t>gtfobin</a:t>
            </a:r>
            <a:r>
              <a:rPr lang="de-DE" dirty="0"/>
              <a:t>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Sudo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94D0C8C-57FA-4FD3-E7BF-D59E98F3F4C2}"/>
              </a:ext>
            </a:extLst>
          </p:cNvPr>
          <p:cNvSpPr txBox="1"/>
          <p:nvPr/>
        </p:nvSpPr>
        <p:spPr>
          <a:xfrm>
            <a:off x="611039" y="662834"/>
            <a:ext cx="2880320" cy="3757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"/>
              </a:spcBef>
              <a:buSzPct val="100000"/>
            </a:pP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Sudo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 erlaubt es einem Anwender Programme mit root-Rechten auszuführen.</a:t>
            </a: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So kann ein Administrator einzelnen Anwendern die Möglichkeit geben trotz eingeschränktem Zugriff bestimmte Programme ausführen zu können.</a:t>
            </a: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89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LD_PRELOAD erlaubt es Programmen, geteilte Bibliotheken (sog.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) zu verwenden</a:t>
            </a:r>
          </a:p>
          <a:p>
            <a:r>
              <a:rPr lang="de-DE" dirty="0" err="1"/>
              <a:t>Konfigurtiert</a:t>
            </a:r>
            <a:r>
              <a:rPr lang="de-DE" dirty="0"/>
              <a:t> in /</a:t>
            </a:r>
            <a:r>
              <a:rPr lang="de-DE" dirty="0" err="1"/>
              <a:t>etc</a:t>
            </a:r>
            <a:r>
              <a:rPr lang="de-DE" dirty="0"/>
              <a:t>/</a:t>
            </a:r>
            <a:r>
              <a:rPr lang="de-DE" dirty="0" err="1"/>
              <a:t>sudoers</a:t>
            </a:r>
            <a:endParaRPr lang="de-DE" dirty="0"/>
          </a:p>
          <a:p>
            <a:pPr lvl="2"/>
            <a:r>
              <a:rPr lang="de-DE" dirty="0"/>
              <a:t>Wenn die Datei nicht lesbar ist, bleibt nur ausprobieren</a:t>
            </a:r>
          </a:p>
          <a:p>
            <a:r>
              <a:rPr lang="de-DE" dirty="0"/>
              <a:t>Aufgabe: nutzt </a:t>
            </a:r>
            <a:r>
              <a:rPr lang="de-DE" dirty="0" err="1"/>
              <a:t>gtfobins</a:t>
            </a:r>
            <a:r>
              <a:rPr lang="de-DE" dirty="0"/>
              <a:t> um herauszufinden wie ihr das ausnutzen könnt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LD_PRELOAD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8884E0F-A724-A931-0722-7B2684337CA9}"/>
              </a:ext>
            </a:extLst>
          </p:cNvPr>
          <p:cNvSpPr txBox="1"/>
          <p:nvPr/>
        </p:nvSpPr>
        <p:spPr>
          <a:xfrm>
            <a:off x="611039" y="662834"/>
            <a:ext cx="288032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360166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C58D52D-47ED-FD04-0F85-F0222E18496B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4337806" y="2165809"/>
            <a:ext cx="6732588" cy="706279"/>
          </a:xfr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SUID/SGID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155F9D-C599-4607-1C5B-3CFA704DD5AF}"/>
              </a:ext>
            </a:extLst>
          </p:cNvPr>
          <p:cNvSpPr txBox="1"/>
          <p:nvPr/>
        </p:nvSpPr>
        <p:spPr>
          <a:xfrm>
            <a:off x="611039" y="662834"/>
            <a:ext cx="2880320" cy="30059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Berechtigungen ob ein User eine Datei lesen, schreiben oder ausführen darf hängen an den Dateien selbst.</a:t>
            </a: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Mit dem Befehl `</a:t>
            </a: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ls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 -l` kann man sich diese Berechtigungen anzeigen lassen.</a:t>
            </a: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2AEE6D3-1A0A-F38D-8927-D6766E860DA3}"/>
              </a:ext>
            </a:extLst>
          </p:cNvPr>
          <p:cNvSpPr txBox="1"/>
          <p:nvPr/>
        </p:nvSpPr>
        <p:spPr>
          <a:xfrm>
            <a:off x="4356689" y="3463625"/>
            <a:ext cx="5615390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4000" indent="-144000" algn="l">
              <a:spcBef>
                <a:spcPts val="60"/>
              </a:spcBef>
              <a:buSzPct val="100000"/>
              <a:buFont typeface="Wingdings" panose="05000000000000000000" pitchFamily="2" charset="2"/>
              <a:buChar char="§"/>
            </a:pPr>
            <a:r>
              <a:rPr lang="de-DE" sz="1600" dirty="0"/>
              <a:t>Dateien mit SUID-Bit werden immer mit den Rechten des </a:t>
            </a:r>
            <a:r>
              <a:rPr lang="de-DE" sz="1600" dirty="0" err="1"/>
              <a:t>Owners</a:t>
            </a:r>
            <a:r>
              <a:rPr lang="de-DE" sz="1600" dirty="0"/>
              <a:t> der Datei ausgeführt</a:t>
            </a:r>
          </a:p>
          <a:p>
            <a:pPr marL="144000" indent="-144000" algn="l">
              <a:spcBef>
                <a:spcPts val="60"/>
              </a:spcBef>
              <a:buSzPct val="100000"/>
              <a:buFont typeface="Wingdings" panose="05000000000000000000" pitchFamily="2" charset="2"/>
              <a:buChar char="§"/>
            </a:pPr>
            <a:r>
              <a:rPr lang="de-DE" sz="1600" dirty="0"/>
              <a:t>Dateien die mit dem SUID-/ SGID-Bit lassen sich mit dem find Befehl aufspüren:</a:t>
            </a:r>
          </a:p>
          <a:p>
            <a:pPr marL="144000" indent="-144000" algn="l">
              <a:spcBef>
                <a:spcPts val="60"/>
              </a:spcBef>
              <a:buSzPct val="100000"/>
              <a:buFont typeface="Wingdings" panose="05000000000000000000" pitchFamily="2" charset="2"/>
              <a:buChar char="§"/>
            </a:pPr>
            <a:endParaRPr lang="de-DE" sz="1600" dirty="0"/>
          </a:p>
          <a:p>
            <a:pPr algn="l">
              <a:spcBef>
                <a:spcPts val="60"/>
              </a:spcBef>
              <a:buSzPct val="100000"/>
            </a:pPr>
            <a:r>
              <a:rPr lang="en-US" sz="1600" b="0" i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find / -perm -u=s -user root 2&gt;/dev/null</a:t>
            </a:r>
          </a:p>
          <a:p>
            <a:pPr algn="l">
              <a:spcBef>
                <a:spcPts val="60"/>
              </a:spcBef>
              <a:buSzPct val="100000"/>
            </a:pPr>
            <a:endParaRPr lang="en-US" sz="16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endParaRPr lang="en-US" sz="16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r>
              <a:rPr lang="en-US" sz="1600" dirty="0">
                <a:latin typeface="+mj-lt"/>
              </a:rPr>
              <a:t>Aufgabe: </a:t>
            </a:r>
            <a:r>
              <a:rPr lang="en-US" sz="1600" dirty="0" err="1">
                <a:latin typeface="+mj-lt"/>
              </a:rPr>
              <a:t>findet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heraus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wie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Ihr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mit</a:t>
            </a:r>
            <a:r>
              <a:rPr lang="en-US" sz="1600" dirty="0">
                <a:latin typeface="+mj-lt"/>
              </a:rPr>
              <a:t> den </a:t>
            </a:r>
            <a:r>
              <a:rPr lang="en-US" sz="1600" dirty="0" err="1">
                <a:latin typeface="+mj-lt"/>
              </a:rPr>
              <a:t>gefundenen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Programmen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eine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rootshell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spawnen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könnt</a:t>
            </a:r>
            <a:endParaRPr lang="de-DE" sz="1600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138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Mit dem Befehl `</a:t>
            </a:r>
            <a:r>
              <a:rPr lang="de-DE" dirty="0" err="1"/>
              <a:t>getcap</a:t>
            </a:r>
            <a:r>
              <a:rPr lang="de-DE" dirty="0"/>
              <a:t>` lassen sich </a:t>
            </a:r>
            <a:r>
              <a:rPr lang="de-DE" dirty="0" err="1"/>
              <a:t>Executables</a:t>
            </a:r>
            <a:r>
              <a:rPr lang="de-DE" dirty="0"/>
              <a:t> mit erweiterten </a:t>
            </a:r>
            <a:r>
              <a:rPr lang="de-DE" dirty="0" err="1"/>
              <a:t>Capabilities</a:t>
            </a:r>
            <a:r>
              <a:rPr lang="de-DE" dirty="0"/>
              <a:t> aufspüren. (Um die Ausgabe kompakt zu halten werfen wir die Fehlerausgaben weg `2&gt;/</a:t>
            </a:r>
            <a:r>
              <a:rPr lang="de-DE" dirty="0" err="1"/>
              <a:t>dev</a:t>
            </a:r>
            <a:r>
              <a:rPr lang="de-DE" dirty="0"/>
              <a:t>/null`)</a:t>
            </a:r>
          </a:p>
          <a:p>
            <a:r>
              <a:rPr lang="de-DE" dirty="0"/>
              <a:t>`</a:t>
            </a:r>
            <a:r>
              <a:rPr lang="de-DE" dirty="0" err="1"/>
              <a:t>getcap</a:t>
            </a:r>
            <a:r>
              <a:rPr lang="de-DE" dirty="0"/>
              <a:t> -r / 2&gt;/</a:t>
            </a:r>
            <a:r>
              <a:rPr lang="de-DE" dirty="0" err="1"/>
              <a:t>dev</a:t>
            </a:r>
            <a:r>
              <a:rPr lang="de-DE" dirty="0"/>
              <a:t>/null`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Aufgabe: Ihr kennt das Spiel ;)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Capabilities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16AA867-A1B0-22EF-7A33-C2745778FD17}"/>
              </a:ext>
            </a:extLst>
          </p:cNvPr>
          <p:cNvSpPr txBox="1"/>
          <p:nvPr/>
        </p:nvSpPr>
        <p:spPr>
          <a:xfrm>
            <a:off x="611039" y="662834"/>
            <a:ext cx="2880320" cy="251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"/>
              </a:spcBef>
              <a:buSzPct val="100000"/>
            </a:pPr>
            <a:r>
              <a:rPr lang="de-DE" sz="1600" dirty="0" err="1">
                <a:solidFill>
                  <a:srgbClr val="00B050"/>
                </a:solidFill>
                <a:latin typeface="Lucida Sans Typewriter" panose="020B0509030504030204" pitchFamily="49" charset="0"/>
              </a:rPr>
              <a:t>Capabilities</a:t>
            </a: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 sind eine Möglichkeit Rechte feingranularer zu vergeben.</a:t>
            </a: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r>
              <a:rPr lang="de-DE" sz="1600" dirty="0">
                <a:solidFill>
                  <a:srgbClr val="00B050"/>
                </a:solidFill>
                <a:latin typeface="Lucida Sans Typewriter" panose="020B0509030504030204" pitchFamily="49" charset="0"/>
              </a:rPr>
              <a:t>Damit können einem Tool einzelne Berechtigungen zugewiesen werden.</a:t>
            </a: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  <a:p>
            <a:pPr algn="l">
              <a:spcBef>
                <a:spcPts val="60"/>
              </a:spcBef>
              <a:buSzPct val="100000"/>
            </a:pPr>
            <a:endParaRPr lang="de-DE" sz="1600" dirty="0">
              <a:solidFill>
                <a:srgbClr val="00B050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87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DE" dirty="0"/>
              <a:t>automatisierte Ausführung von Programmen oder Skripten zu bestimmten Zeitpunkten</a:t>
            </a:r>
          </a:p>
          <a:p>
            <a:r>
              <a:rPr lang="de-DE" dirty="0"/>
              <a:t>definiert in der Cron Tabelle /</a:t>
            </a:r>
            <a:r>
              <a:rPr lang="de-DE" dirty="0" err="1"/>
              <a:t>etc</a:t>
            </a:r>
            <a:r>
              <a:rPr lang="de-DE" dirty="0"/>
              <a:t>/</a:t>
            </a:r>
            <a:r>
              <a:rPr lang="de-DE" dirty="0" err="1"/>
              <a:t>crontab</a:t>
            </a:r>
            <a:endParaRPr lang="de-DE" dirty="0"/>
          </a:p>
          <a:p>
            <a:pPr lvl="2"/>
            <a:r>
              <a:rPr lang="de-DE" dirty="0"/>
              <a:t>beinhaltet die </a:t>
            </a:r>
            <a:r>
              <a:rPr lang="de-DE" dirty="0" err="1"/>
              <a:t>shell</a:t>
            </a:r>
            <a:r>
              <a:rPr lang="de-DE" dirty="0"/>
              <a:t>, die Cron verwenden soll</a:t>
            </a:r>
          </a:p>
          <a:p>
            <a:pPr lvl="2"/>
            <a:r>
              <a:rPr lang="de-DE" dirty="0"/>
              <a:t>eine Pfad-Variable</a:t>
            </a:r>
          </a:p>
          <a:p>
            <a:pPr lvl="2"/>
            <a:r>
              <a:rPr lang="de-DE" dirty="0"/>
              <a:t>eine Menge an Jobs mit Ausführungszeitpunkt, User und Befehl</a:t>
            </a:r>
          </a:p>
          <a:p>
            <a:r>
              <a:rPr lang="de-DE" dirty="0"/>
              <a:t>Cron führt das Kommando mit dem definierten User aus</a:t>
            </a:r>
          </a:p>
          <a:p>
            <a:endParaRPr lang="de-DE" dirty="0"/>
          </a:p>
          <a:p>
            <a:r>
              <a:rPr lang="de-DE" dirty="0"/>
              <a:t>Aufgaben:</a:t>
            </a:r>
          </a:p>
          <a:p>
            <a:pPr lvl="2"/>
            <a:r>
              <a:rPr lang="de-DE" dirty="0"/>
              <a:t>Pfad-Variable</a:t>
            </a:r>
          </a:p>
          <a:p>
            <a:pPr lvl="2"/>
            <a:r>
              <a:rPr lang="de-DE" dirty="0"/>
              <a:t>Schwache Berechtigungen</a:t>
            </a:r>
          </a:p>
          <a:p>
            <a:pPr lvl="2"/>
            <a:r>
              <a:rPr lang="de-DE" dirty="0"/>
              <a:t>Wildcard </a:t>
            </a:r>
            <a:r>
              <a:rPr lang="de-DE" dirty="0" err="1"/>
              <a:t>Unjection</a:t>
            </a:r>
            <a:endParaRPr lang="de-DE" dirty="0"/>
          </a:p>
          <a:p>
            <a:endParaRPr lang="de-DE" dirty="0"/>
          </a:p>
          <a:p>
            <a:pPr lvl="2"/>
            <a:endParaRPr lang="de-DE" dirty="0"/>
          </a:p>
          <a:p>
            <a:pPr lvl="2"/>
            <a:endParaRPr lang="de-DE" dirty="0"/>
          </a:p>
          <a:p>
            <a:pPr lvl="2"/>
            <a:endParaRPr lang="de-DE" dirty="0"/>
          </a:p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Cron </a:t>
            </a:r>
            <a:r>
              <a:rPr lang="de-DE" dirty="0" err="1"/>
              <a:t>jobs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588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1EE909-DD3A-58D2-3F07-57F08C0C8F5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GB" b="1" dirty="0" err="1"/>
              <a:t>Lesen</a:t>
            </a:r>
            <a:endParaRPr lang="en-GB" b="1" dirty="0"/>
          </a:p>
          <a:p>
            <a:pPr lvl="2"/>
            <a:r>
              <a:rPr lang="en-GB" dirty="0">
                <a:hlinkClick r:id="rId3"/>
              </a:rPr>
              <a:t>https://book.hacktricks.xyz/linux-hardening/privilege-escalation</a:t>
            </a:r>
            <a:endParaRPr lang="en-GB" dirty="0"/>
          </a:p>
          <a:p>
            <a:pPr lvl="2"/>
            <a:r>
              <a:rPr lang="en-GB" dirty="0">
                <a:hlinkClick r:id="rId4"/>
              </a:rPr>
              <a:t>https://enotes.nickapic.com/Linux-Priv-Esc-285bbed8681645c38c32a6952f4e52af</a:t>
            </a:r>
            <a:endParaRPr lang="en-GB" dirty="0"/>
          </a:p>
          <a:p>
            <a:pPr lvl="2"/>
            <a:r>
              <a:rPr lang="en-GB" dirty="0">
                <a:hlinkClick r:id="rId5"/>
              </a:rPr>
              <a:t>https://github.com/Aksheet10/Cyber-security-resources#linux</a:t>
            </a:r>
            <a:endParaRPr lang="en-GB" dirty="0"/>
          </a:p>
          <a:p>
            <a:pPr marL="216000" lvl="2" indent="0">
              <a:buNone/>
            </a:pPr>
            <a:endParaRPr lang="en-GB" dirty="0"/>
          </a:p>
          <a:p>
            <a:r>
              <a:rPr lang="en-GB" b="1" dirty="0" err="1"/>
              <a:t>Lernen</a:t>
            </a:r>
            <a:r>
              <a:rPr lang="en-GB" b="1" dirty="0"/>
              <a:t> und CTFs</a:t>
            </a:r>
          </a:p>
          <a:p>
            <a:pPr lvl="2"/>
            <a:r>
              <a:rPr lang="en-GB" dirty="0">
                <a:hlinkClick r:id="rId6"/>
              </a:rPr>
              <a:t>https://tryhackme.com</a:t>
            </a:r>
            <a:endParaRPr lang="en-GB" dirty="0"/>
          </a:p>
          <a:p>
            <a:pPr lvl="2"/>
            <a:r>
              <a:rPr lang="en-GB" dirty="0">
                <a:hlinkClick r:id="rId7"/>
              </a:rPr>
              <a:t>https://app.hackthebox.com</a:t>
            </a:r>
            <a:endParaRPr lang="en-GB" dirty="0"/>
          </a:p>
          <a:p>
            <a:pPr lvl="2"/>
            <a:r>
              <a:rPr lang="en-GB" dirty="0">
                <a:hlinkClick r:id="rId8"/>
              </a:rPr>
              <a:t>https://academy.hackthebox.com</a:t>
            </a:r>
            <a:endParaRPr lang="en-GB" dirty="0"/>
          </a:p>
          <a:p>
            <a:pPr lvl="2"/>
            <a:r>
              <a:rPr lang="en-GB" dirty="0">
                <a:hlinkClick r:id="rId9"/>
              </a:rPr>
              <a:t>https://razvioverflow.github.io/starthacking</a:t>
            </a:r>
            <a:endParaRPr lang="de-DE" dirty="0"/>
          </a:p>
          <a:p>
            <a:pPr lvl="2"/>
            <a:endParaRPr lang="de-DE" dirty="0"/>
          </a:p>
          <a:p>
            <a:pPr lvl="2"/>
            <a:endParaRPr lang="de-DE" dirty="0"/>
          </a:p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CD361C0-F2D6-1522-E197-5519BB3FA0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DC9953B-096E-4D14-9CB5-13648C592BB5}" type="datetime1">
              <a:rPr lang="de-DE" smtClean="0"/>
              <a:t>24.11.22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78925-D828-270B-0CBA-A8DB423B73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Linux Privilege </a:t>
            </a:r>
            <a:r>
              <a:rPr lang="de-DE" dirty="0" err="1"/>
              <a:t>Escalation</a:t>
            </a:r>
            <a:r>
              <a:rPr lang="de-DE" dirty="0"/>
              <a:t> Workshop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F4A9C-2BB7-1B41-117B-4B1659DA792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6FCC4D-0438-154F-9910-1CF4711F776F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5BDA60-3023-40C3-0DA1-0A8F397F86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Wo kann ich weiter machen?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1BBA845-AAE3-35B0-CA00-77E888C1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Ressourcen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970720-7D3A-EFE3-1918-ADFDCA147D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031" y="1727944"/>
            <a:ext cx="2783670" cy="287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65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2346E-449D-4E65-8BF3-3ABC73C2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 für Eure Aufmerksamkeit!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DE50CF-E6AF-41A7-BD1D-960688CEB1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9411" y="3059788"/>
            <a:ext cx="7308812" cy="1440000"/>
          </a:xfrm>
        </p:spPr>
        <p:txBody>
          <a:bodyPr/>
          <a:lstStyle/>
          <a:p>
            <a:endParaRPr lang="de-DE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de-DE" dirty="0"/>
              <a:t>https://wiki.iteratec.io/x/iQUVDw</a:t>
            </a:r>
          </a:p>
          <a:p>
            <a:r>
              <a:rPr lang="de-DE" dirty="0"/>
              <a:t>https://</a:t>
            </a:r>
            <a:r>
              <a:rPr lang="de-DE" dirty="0" err="1"/>
              <a:t>iteragit.iteratec.de</a:t>
            </a:r>
            <a:r>
              <a:rPr lang="de-DE" dirty="0"/>
              <a:t>/</a:t>
            </a:r>
            <a:r>
              <a:rPr lang="de-DE" dirty="0" err="1"/>
              <a:t>posswald</a:t>
            </a:r>
            <a:r>
              <a:rPr lang="de-DE" dirty="0"/>
              <a:t>/</a:t>
            </a:r>
            <a:r>
              <a:rPr lang="de-DE" dirty="0" err="1"/>
              <a:t>linux</a:t>
            </a:r>
            <a:r>
              <a:rPr lang="de-DE" dirty="0"/>
              <a:t>-privilege-</a:t>
            </a:r>
            <a:r>
              <a:rPr lang="de-DE" dirty="0" err="1"/>
              <a:t>escalation</a:t>
            </a:r>
            <a:r>
              <a:rPr lang="de-DE" dirty="0"/>
              <a:t>-workshop</a:t>
            </a:r>
          </a:p>
        </p:txBody>
      </p:sp>
    </p:spTree>
    <p:extLst>
      <p:ext uri="{BB962C8B-B14F-4D97-AF65-F5344CB8AC3E}">
        <p14:creationId xmlns:p14="http://schemas.microsoft.com/office/powerpoint/2010/main" val="274510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NDO_REDO_REVISIO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iteratec">
  <a:themeElements>
    <a:clrScheme name="iteratec">
      <a:dk1>
        <a:srgbClr val="000000"/>
      </a:dk1>
      <a:lt1>
        <a:srgbClr val="FFFFFF"/>
      </a:lt1>
      <a:dk2>
        <a:srgbClr val="9D1681"/>
      </a:dk2>
      <a:lt2>
        <a:srgbClr val="FFFFFF"/>
      </a:lt2>
      <a:accent1>
        <a:srgbClr val="9D1681"/>
      </a:accent1>
      <a:accent2>
        <a:srgbClr val="FFE500"/>
      </a:accent2>
      <a:accent3>
        <a:srgbClr val="00B2BB"/>
      </a:accent3>
      <a:accent4>
        <a:srgbClr val="D886C2"/>
      </a:accent4>
      <a:accent5>
        <a:srgbClr val="7FD8DC"/>
      </a:accent5>
      <a:accent6>
        <a:srgbClr val="FFF17F"/>
      </a:accent6>
      <a:hlink>
        <a:srgbClr val="00B2BB"/>
      </a:hlink>
      <a:folHlink>
        <a:srgbClr val="00B2BB"/>
      </a:folHlink>
    </a:clrScheme>
    <a:fontScheme name="iterate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44000" indent="-144000" algn="l">
          <a:spcBef>
            <a:spcPts val="60"/>
          </a:spcBef>
          <a:buSzPct val="100000"/>
          <a:buFont typeface="Wingdings" panose="05000000000000000000" pitchFamily="2" charset="2"/>
          <a:buChar char="§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-Master.potx" id="{32E713A1-E2F7-474F-A78B-E38992D56615}" vid="{9DB92D7A-F428-4344-A231-6ED0ADCE76C7}"/>
    </a:ext>
  </a:extLst>
</a:theme>
</file>

<file path=ppt/theme/theme2.xml><?xml version="1.0" encoding="utf-8"?>
<a:theme xmlns:a="http://schemas.openxmlformats.org/drawingml/2006/main" name="Office">
  <a:themeElements>
    <a:clrScheme name="iteratec">
      <a:dk1>
        <a:srgbClr val="000000"/>
      </a:dk1>
      <a:lt1>
        <a:srgbClr val="FFFFFF"/>
      </a:lt1>
      <a:dk2>
        <a:srgbClr val="9D1681"/>
      </a:dk2>
      <a:lt2>
        <a:srgbClr val="FFFFFF"/>
      </a:lt2>
      <a:accent1>
        <a:srgbClr val="9D1681"/>
      </a:accent1>
      <a:accent2>
        <a:srgbClr val="FFE500"/>
      </a:accent2>
      <a:accent3>
        <a:srgbClr val="00B2BB"/>
      </a:accent3>
      <a:accent4>
        <a:srgbClr val="D886C2"/>
      </a:accent4>
      <a:accent5>
        <a:srgbClr val="7FD8DC"/>
      </a:accent5>
      <a:accent6>
        <a:srgbClr val="FFF17F"/>
      </a:accent6>
      <a:hlink>
        <a:srgbClr val="000000"/>
      </a:hlink>
      <a:folHlink>
        <a:srgbClr val="000000"/>
      </a:folHlink>
    </a:clrScheme>
    <a:fontScheme name="iterate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iteratec">
      <a:dk1>
        <a:srgbClr val="000000"/>
      </a:dk1>
      <a:lt1>
        <a:srgbClr val="FFFFFF"/>
      </a:lt1>
      <a:dk2>
        <a:srgbClr val="9D1681"/>
      </a:dk2>
      <a:lt2>
        <a:srgbClr val="FFFFFF"/>
      </a:lt2>
      <a:accent1>
        <a:srgbClr val="9D1681"/>
      </a:accent1>
      <a:accent2>
        <a:srgbClr val="FFE500"/>
      </a:accent2>
      <a:accent3>
        <a:srgbClr val="00B2BB"/>
      </a:accent3>
      <a:accent4>
        <a:srgbClr val="D886C2"/>
      </a:accent4>
      <a:accent5>
        <a:srgbClr val="7FD8DC"/>
      </a:accent5>
      <a:accent6>
        <a:srgbClr val="FFF17F"/>
      </a:accent6>
      <a:hlink>
        <a:srgbClr val="000000"/>
      </a:hlink>
      <a:folHlink>
        <a:srgbClr val="000000"/>
      </a:folHlink>
    </a:clrScheme>
    <a:fontScheme name="iterate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720F72846DC14788103D9800CA5632" ma:contentTypeVersion="5" ma:contentTypeDescription="Ein neues Dokument erstellen." ma:contentTypeScope="" ma:versionID="e4c3b777011aa1f420e943642ed86295">
  <xsd:schema xmlns:xsd="http://www.w3.org/2001/XMLSchema" xmlns:xs="http://www.w3.org/2001/XMLSchema" xmlns:p="http://schemas.microsoft.com/office/2006/metadata/properties" xmlns:ns2="d148daf0-ee5c-47d6-9481-8c15ce1c989e" xmlns:ns3="72b4b0d6-01dc-4b6d-af3a-4bfa39839b5f" targetNamespace="http://schemas.microsoft.com/office/2006/metadata/properties" ma:root="true" ma:fieldsID="11872dca7b7de2113cea18ab46e7d6a6" ns2:_="" ns3:_="">
    <xsd:import namespace="d148daf0-ee5c-47d6-9481-8c15ce1c989e"/>
    <xsd:import namespace="72b4b0d6-01dc-4b6d-af3a-4bfa39839b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Format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48daf0-ee5c-47d6-9481-8c15ce1c98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Format" ma:index="10" nillable="true" ma:displayName="Format" ma:description="Format (word, excel, powerpoint" ma:internalName="Format">
      <xsd:simpleType>
        <xsd:restriction base="dms:Text">
          <xsd:maxLength value="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b4b0d6-01dc-4b6d-af3a-4bfa39839b5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rmat xmlns="d148daf0-ee5c-47d6-9481-8c15ce1c989e">powerpoint</Format>
  </documentManagement>
</p:properties>
</file>

<file path=customXml/itemProps1.xml><?xml version="1.0" encoding="utf-8"?>
<ds:datastoreItem xmlns:ds="http://schemas.openxmlformats.org/officeDocument/2006/customXml" ds:itemID="{BC80EBF0-749E-4228-8968-8A7B7E1BCE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48daf0-ee5c-47d6-9481-8c15ce1c989e"/>
    <ds:schemaRef ds:uri="72b4b0d6-01dc-4b6d-af3a-4bfa39839b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BC3940-3EE7-47AF-9BE0-C2B78D8BCB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2620C2-F233-4B80-A86B-296123E423E3}">
  <ds:schemaRefs>
    <ds:schemaRef ds:uri="d148daf0-ee5c-47d6-9481-8c15ce1c989e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72b4b0d6-01dc-4b6d-af3a-4bfa39839b5f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PowerPoint-Master</Template>
  <TotalTime>87</TotalTime>
  <Words>1315</Words>
  <Application>Microsoft Macintosh PowerPoint</Application>
  <PresentationFormat>Custom</PresentationFormat>
  <Paragraphs>235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Consolas</vt:lpstr>
      <vt:lpstr>Lucida Sans Typewriter</vt:lpstr>
      <vt:lpstr>Menlo</vt:lpstr>
      <vt:lpstr>Wingdings</vt:lpstr>
      <vt:lpstr>iteratec</vt:lpstr>
      <vt:lpstr>Linux Privilege Escalation Workshop</vt:lpstr>
      <vt:lpstr>PowerPoint Presentation</vt:lpstr>
      <vt:lpstr>Einleitung</vt:lpstr>
      <vt:lpstr>Setup</vt:lpstr>
      <vt:lpstr>Enumeration</vt:lpstr>
      <vt:lpstr>Enumeration (2)</vt:lpstr>
      <vt:lpstr>Enumeration (automatisiert)</vt:lpstr>
      <vt:lpstr> Ich will jetzt endlich selber cybern !einself!!</vt:lpstr>
      <vt:lpstr>History</vt:lpstr>
      <vt:lpstr>Schwache Passwörter</vt:lpstr>
      <vt:lpstr>Schwache Passwörter</vt:lpstr>
      <vt:lpstr>Sudo</vt:lpstr>
      <vt:lpstr>LD_PRELOAD</vt:lpstr>
      <vt:lpstr>SUID/SGID</vt:lpstr>
      <vt:lpstr>Capabilities</vt:lpstr>
      <vt:lpstr>Cron jobs</vt:lpstr>
      <vt:lpstr>Ressourcen</vt:lpstr>
      <vt:lpstr>Vielen Dank für Eure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Philipp Osswald</dc:creator>
  <dc:description>Optimiert für Office 365</dc:description>
  <cp:lastModifiedBy>Johannes Merkert</cp:lastModifiedBy>
  <cp:revision>34</cp:revision>
  <cp:lastPrinted>2020-11-04T18:37:42Z</cp:lastPrinted>
  <dcterms:created xsi:type="dcterms:W3CDTF">2022-10-04T16:03:34Z</dcterms:created>
  <dcterms:modified xsi:type="dcterms:W3CDTF">2022-11-24T13:20:20Z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0x01010084720F72846DC14788103D9800CA5632</vt:lpwstr>
  </property>
  <property fmtid="{D5CDD505-2E9C-101B-9397-08002B2CF9AE}" pid="3" name="_dlc_DocIdItemGuid">
    <vt:lpwstr>c6df17bc-4c5b-4fa7-94f5-ec0b78e02524</vt:lpwstr>
  </property>
</Properties>
</file>